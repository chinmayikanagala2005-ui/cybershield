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304" r:id="rId2"/>
    <p:sldId id="306" r:id="rId3"/>
    <p:sldId id="274" r:id="rId4"/>
    <p:sldId id="258" r:id="rId5"/>
    <p:sldId id="259" r:id="rId6"/>
    <p:sldId id="273" r:id="rId7"/>
    <p:sldId id="261" r:id="rId8"/>
    <p:sldId id="262" r:id="rId9"/>
    <p:sldId id="264" r:id="rId10"/>
    <p:sldId id="329" r:id="rId11"/>
    <p:sldId id="331" r:id="rId12"/>
    <p:sldId id="336" r:id="rId13"/>
    <p:sldId id="330" r:id="rId14"/>
    <p:sldId id="266" r:id="rId15"/>
    <p:sldId id="32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0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ITHA CHAMARTY" initials="AC"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showGuides="1">
      <p:cViewPr varScale="1">
        <p:scale>
          <a:sx n="93" d="100"/>
          <a:sy n="93" d="100"/>
        </p:scale>
        <p:origin x="77" y="115"/>
      </p:cViewPr>
      <p:guideLst>
        <p:guide orient="horz" pos="2160"/>
        <p:guide pos="380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pavathi Kolagana" userId="0bbe02ad933de7a7" providerId="LiveId" clId="{4D63B2DF-121D-40D4-B289-FF5EE4430C95}"/>
    <pc:docChg chg="modSld">
      <pc:chgData name="Rupavathi Kolagana" userId="0bbe02ad933de7a7" providerId="LiveId" clId="{4D63B2DF-121D-40D4-B289-FF5EE4430C95}" dt="2024-12-28T04:24:50.720" v="0" actId="255"/>
      <pc:docMkLst>
        <pc:docMk/>
      </pc:docMkLst>
      <pc:sldChg chg="modSp mod">
        <pc:chgData name="Rupavathi Kolagana" userId="0bbe02ad933de7a7" providerId="LiveId" clId="{4D63B2DF-121D-40D4-B289-FF5EE4430C95}" dt="2024-12-28T04:24:50.720" v="0" actId="255"/>
        <pc:sldMkLst>
          <pc:docMk/>
          <pc:sldMk cId="0" sldId="273"/>
        </pc:sldMkLst>
        <pc:spChg chg="mod">
          <ac:chgData name="Rupavathi Kolagana" userId="0bbe02ad933de7a7" providerId="LiveId" clId="{4D63B2DF-121D-40D4-B289-FF5EE4430C95}" dt="2024-12-28T04:24:50.720" v="0" actId="255"/>
          <ac:spMkLst>
            <pc:docMk/>
            <pc:sldMk cId="0" sldId="273"/>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29930F-7491-4214-BBA6-BFE0EFE41E51}" type="datetimeFigureOut">
              <a:rPr lang="en-IN" smtClean="0"/>
              <a:t>28-12-2024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3DE032-9E50-430D-BDC9-99BDC19BBD3B}"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9baafe93df_0_5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9baafe93df_0_5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E2F2D7B-D773-4ED0-BE54-32522D55CDE8}" type="datetime1">
              <a:rPr lang="en-US" smtClean="0"/>
              <a:t>12/28/2024</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6F759B-17F6-481A-A04B-C07C07ECA02A}" type="datetime1">
              <a:rPr lang="en-US" smtClean="0"/>
              <a:t>12/28/2024</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AE064F-4BF9-4349-8B8A-77820F2A0EAB}" type="datetime1">
              <a:rPr lang="en-US" smtClean="0"/>
              <a:t>12/28/2024</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50D3F5-AFAB-4724-9492-1EECCE5D93BF}" type="datetime1">
              <a:rPr lang="en-US" smtClean="0"/>
              <a:t>12/28/2024</a:t>
            </a:fld>
            <a:endParaRPr lang="en-US"/>
          </a:p>
        </p:txBody>
      </p:sp>
      <p:sp>
        <p:nvSpPr>
          <p:cNvPr id="6" name="Footer Placeholder 5"/>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4D68E2-FDE3-4757-94DF-0E4173DB1B32}" type="datetime1">
              <a:rPr lang="en-US" smtClean="0"/>
              <a:t>12/28/2024</a:t>
            </a:fld>
            <a:endParaRPr lang="en-US"/>
          </a:p>
        </p:txBody>
      </p:sp>
      <p:sp>
        <p:nvSpPr>
          <p:cNvPr id="8" name="Footer Placeholder 7"/>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DE3F93-DEBD-468C-91AC-0B356E08C089}" type="datetime1">
              <a:rPr lang="en-US" smtClean="0"/>
              <a:t>12/28/2024</a:t>
            </a:fld>
            <a:endParaRPr lang="en-US"/>
          </a:p>
        </p:txBody>
      </p:sp>
      <p:sp>
        <p:nvSpPr>
          <p:cNvPr id="4" name="Footer Placeholder 3"/>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54DC5C-CB8B-4C7D-A34E-085F8479280E}" type="datetime1">
              <a:rPr lang="en-US" smtClean="0"/>
              <a:t>12/28/2024</a:t>
            </a:fld>
            <a:endParaRPr lang="en-US"/>
          </a:p>
        </p:txBody>
      </p:sp>
      <p:sp>
        <p:nvSpPr>
          <p:cNvPr id="3" name="Footer Placeholder 2"/>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902B45-BAFD-4AB3-AE86-857E2928109F}" type="datetime1">
              <a:rPr lang="en-US" smtClean="0"/>
              <a:t>12/28/2024</a:t>
            </a:fld>
            <a:endParaRPr lang="en-US"/>
          </a:p>
        </p:txBody>
      </p:sp>
      <p:sp>
        <p:nvSpPr>
          <p:cNvPr id="6" name="Footer Placeholder 5"/>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916C8B-CC7F-48F0-A5DC-75EA44DE957D}" type="datetime1">
              <a:rPr lang="en-US" smtClean="0"/>
              <a:t>12/28/2024</a:t>
            </a:fld>
            <a:endParaRPr lang="en-US"/>
          </a:p>
        </p:txBody>
      </p:sp>
      <p:sp>
        <p:nvSpPr>
          <p:cNvPr id="6" name="Footer Placeholder 5"/>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692CA4-2F8E-4BFD-9C36-2D25E1FB63DC}" type="datetime1">
              <a:rPr lang="en-US" smtClean="0"/>
              <a:t>12/28/2024</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785C7D-EA61-4341-9B35-108C251A0ECA}" type="datetime1">
              <a:rPr lang="en-US" smtClean="0"/>
              <a:t>12/28/2024</a:t>
            </a:fld>
            <a:endParaRPr lang="en-US"/>
          </a:p>
        </p:txBody>
      </p:sp>
      <p:sp>
        <p:nvSpPr>
          <p:cNvPr id="5" name="Footer Placeholder 4"/>
          <p:cNvSpPr>
            <a:spLocks noGrp="1"/>
          </p:cNvSpPr>
          <p:nvPr>
            <p:ph type="ftr" sz="quarter" idx="11"/>
          </p:nvPr>
        </p:nvSpPr>
        <p:spPr/>
        <p:txBody>
          <a:body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bg>
      <p:bgPr>
        <a:blipFill>
          <a:blip r:embed="rId2"/>
          <a:stretch>
            <a:fillRect/>
          </a:stretch>
        </a:blipFill>
        <a:effectLst/>
      </p:bgPr>
    </p:bg>
    <p:spTree>
      <p:nvGrpSpPr>
        <p:cNvPr id="1" name="Shape 87"/>
        <p:cNvGrpSpPr/>
        <p:nvPr/>
      </p:nvGrpSpPr>
      <p:grpSpPr>
        <a:xfrm>
          <a:off x="0" y="0"/>
          <a:ext cx="0" cy="0"/>
          <a:chOff x="0" y="0"/>
          <a:chExt cx="0" cy="0"/>
        </a:xfrm>
      </p:grpSpPr>
      <p:sp>
        <p:nvSpPr>
          <p:cNvPr id="88" name="Google Shape;88;p20"/>
          <p:cNvSpPr txBox="1">
            <a:spLocks noGrp="1"/>
          </p:cNvSpPr>
          <p:nvPr>
            <p:ph type="ctrTitle"/>
          </p:nvPr>
        </p:nvSpPr>
        <p:spPr>
          <a:xfrm>
            <a:off x="748800" y="3739617"/>
            <a:ext cx="35648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rtl="0">
              <a:spcBef>
                <a:spcPts val="0"/>
              </a:spcBef>
              <a:spcAft>
                <a:spcPts val="0"/>
              </a:spcAft>
              <a:buClr>
                <a:srgbClr val="000000"/>
              </a:buClr>
              <a:buSzPts val="1800"/>
              <a:buNone/>
              <a:defRPr sz="2400">
                <a:solidFill>
                  <a:srgbClr val="000000"/>
                </a:solidFill>
              </a:defRPr>
            </a:lvl2pPr>
            <a:lvl3pPr lvl="2" rtl="0">
              <a:spcBef>
                <a:spcPts val="0"/>
              </a:spcBef>
              <a:spcAft>
                <a:spcPts val="0"/>
              </a:spcAft>
              <a:buClr>
                <a:srgbClr val="000000"/>
              </a:buClr>
              <a:buSzPts val="1800"/>
              <a:buNone/>
              <a:defRPr sz="2400">
                <a:solidFill>
                  <a:srgbClr val="000000"/>
                </a:solidFill>
              </a:defRPr>
            </a:lvl3pPr>
            <a:lvl4pPr lvl="3" rtl="0">
              <a:spcBef>
                <a:spcPts val="0"/>
              </a:spcBef>
              <a:spcAft>
                <a:spcPts val="0"/>
              </a:spcAft>
              <a:buClr>
                <a:srgbClr val="000000"/>
              </a:buClr>
              <a:buSzPts val="1800"/>
              <a:buNone/>
              <a:defRPr sz="2400">
                <a:solidFill>
                  <a:srgbClr val="000000"/>
                </a:solidFill>
              </a:defRPr>
            </a:lvl4pPr>
            <a:lvl5pPr lvl="4" rtl="0">
              <a:spcBef>
                <a:spcPts val="0"/>
              </a:spcBef>
              <a:spcAft>
                <a:spcPts val="0"/>
              </a:spcAft>
              <a:buClr>
                <a:srgbClr val="000000"/>
              </a:buClr>
              <a:buSzPts val="1800"/>
              <a:buNone/>
              <a:defRPr sz="2400">
                <a:solidFill>
                  <a:srgbClr val="000000"/>
                </a:solidFill>
              </a:defRPr>
            </a:lvl5pPr>
            <a:lvl6pPr lvl="5" rtl="0">
              <a:spcBef>
                <a:spcPts val="0"/>
              </a:spcBef>
              <a:spcAft>
                <a:spcPts val="0"/>
              </a:spcAft>
              <a:buClr>
                <a:srgbClr val="000000"/>
              </a:buClr>
              <a:buSzPts val="1800"/>
              <a:buNone/>
              <a:defRPr sz="2400">
                <a:solidFill>
                  <a:srgbClr val="000000"/>
                </a:solidFill>
              </a:defRPr>
            </a:lvl6pPr>
            <a:lvl7pPr lvl="6" rtl="0">
              <a:spcBef>
                <a:spcPts val="0"/>
              </a:spcBef>
              <a:spcAft>
                <a:spcPts val="0"/>
              </a:spcAft>
              <a:buClr>
                <a:srgbClr val="000000"/>
              </a:buClr>
              <a:buSzPts val="1800"/>
              <a:buNone/>
              <a:defRPr sz="2400">
                <a:solidFill>
                  <a:srgbClr val="000000"/>
                </a:solidFill>
              </a:defRPr>
            </a:lvl7pPr>
            <a:lvl8pPr lvl="7" rtl="0">
              <a:spcBef>
                <a:spcPts val="0"/>
              </a:spcBef>
              <a:spcAft>
                <a:spcPts val="0"/>
              </a:spcAft>
              <a:buClr>
                <a:srgbClr val="000000"/>
              </a:buClr>
              <a:buSzPts val="1800"/>
              <a:buNone/>
              <a:defRPr sz="2400">
                <a:solidFill>
                  <a:srgbClr val="000000"/>
                </a:solidFill>
              </a:defRPr>
            </a:lvl8pPr>
            <a:lvl9pPr lvl="8" rtl="0">
              <a:spcBef>
                <a:spcPts val="0"/>
              </a:spcBef>
              <a:spcAft>
                <a:spcPts val="0"/>
              </a:spcAft>
              <a:buClr>
                <a:srgbClr val="000000"/>
              </a:buClr>
              <a:buSzPts val="1800"/>
              <a:buNone/>
              <a:defRPr sz="2400">
                <a:solidFill>
                  <a:srgbClr val="000000"/>
                </a:solidFill>
              </a:defRPr>
            </a:lvl9pPr>
          </a:lstStyle>
          <a:p>
            <a:endParaRPr/>
          </a:p>
        </p:txBody>
      </p:sp>
      <p:sp>
        <p:nvSpPr>
          <p:cNvPr id="89" name="Google Shape;89;p20"/>
          <p:cNvSpPr txBox="1">
            <a:spLocks noGrp="1"/>
          </p:cNvSpPr>
          <p:nvPr>
            <p:ph type="subTitle" idx="1"/>
          </p:nvPr>
        </p:nvSpPr>
        <p:spPr>
          <a:xfrm>
            <a:off x="1163267" y="4120633"/>
            <a:ext cx="27360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5">
                <a:solidFill>
                  <a:srgbClr val="000000"/>
                </a:solidFill>
              </a:defRPr>
            </a:lvl1pPr>
            <a:lvl2pPr lvl="1" rtl="0">
              <a:lnSpc>
                <a:spcPct val="100000"/>
              </a:lnSpc>
              <a:spcBef>
                <a:spcPts val="0"/>
              </a:spcBef>
              <a:spcAft>
                <a:spcPts val="0"/>
              </a:spcAft>
              <a:buSzPts val="1100"/>
              <a:buNone/>
              <a:defRPr sz="1465"/>
            </a:lvl2pPr>
            <a:lvl3pPr lvl="2" rtl="0">
              <a:lnSpc>
                <a:spcPct val="100000"/>
              </a:lnSpc>
              <a:spcBef>
                <a:spcPts val="0"/>
              </a:spcBef>
              <a:spcAft>
                <a:spcPts val="0"/>
              </a:spcAft>
              <a:buSzPts val="1100"/>
              <a:buNone/>
              <a:defRPr sz="1465"/>
            </a:lvl3pPr>
            <a:lvl4pPr lvl="3" rtl="0">
              <a:lnSpc>
                <a:spcPct val="100000"/>
              </a:lnSpc>
              <a:spcBef>
                <a:spcPts val="0"/>
              </a:spcBef>
              <a:spcAft>
                <a:spcPts val="0"/>
              </a:spcAft>
              <a:buSzPts val="1100"/>
              <a:buNone/>
              <a:defRPr sz="1465"/>
            </a:lvl4pPr>
            <a:lvl5pPr lvl="4" rtl="0">
              <a:lnSpc>
                <a:spcPct val="100000"/>
              </a:lnSpc>
              <a:spcBef>
                <a:spcPts val="0"/>
              </a:spcBef>
              <a:spcAft>
                <a:spcPts val="0"/>
              </a:spcAft>
              <a:buSzPts val="1100"/>
              <a:buNone/>
              <a:defRPr sz="1465"/>
            </a:lvl5pPr>
            <a:lvl6pPr lvl="5" rtl="0">
              <a:lnSpc>
                <a:spcPct val="100000"/>
              </a:lnSpc>
              <a:spcBef>
                <a:spcPts val="0"/>
              </a:spcBef>
              <a:spcAft>
                <a:spcPts val="0"/>
              </a:spcAft>
              <a:buSzPts val="1100"/>
              <a:buNone/>
              <a:defRPr sz="1465"/>
            </a:lvl6pPr>
            <a:lvl7pPr lvl="6" rtl="0">
              <a:lnSpc>
                <a:spcPct val="100000"/>
              </a:lnSpc>
              <a:spcBef>
                <a:spcPts val="0"/>
              </a:spcBef>
              <a:spcAft>
                <a:spcPts val="0"/>
              </a:spcAft>
              <a:buSzPts val="1100"/>
              <a:buNone/>
              <a:defRPr sz="1465"/>
            </a:lvl7pPr>
            <a:lvl8pPr lvl="7" rtl="0">
              <a:lnSpc>
                <a:spcPct val="100000"/>
              </a:lnSpc>
              <a:spcBef>
                <a:spcPts val="0"/>
              </a:spcBef>
              <a:spcAft>
                <a:spcPts val="0"/>
              </a:spcAft>
              <a:buSzPts val="1100"/>
              <a:buNone/>
              <a:defRPr sz="1465"/>
            </a:lvl8pPr>
            <a:lvl9pPr lvl="8" rtl="0">
              <a:lnSpc>
                <a:spcPct val="100000"/>
              </a:lnSpc>
              <a:spcBef>
                <a:spcPts val="0"/>
              </a:spcBef>
              <a:spcAft>
                <a:spcPts val="0"/>
              </a:spcAft>
              <a:buSzPts val="1100"/>
              <a:buNone/>
              <a:defRPr sz="1465"/>
            </a:lvl9pPr>
          </a:lstStyle>
          <a:p>
            <a:endParaRPr/>
          </a:p>
        </p:txBody>
      </p:sp>
      <p:sp>
        <p:nvSpPr>
          <p:cNvPr id="90" name="Google Shape;90;p20"/>
          <p:cNvSpPr txBox="1">
            <a:spLocks noGrp="1"/>
          </p:cNvSpPr>
          <p:nvPr>
            <p:ph type="ctrTitle" idx="2"/>
          </p:nvPr>
        </p:nvSpPr>
        <p:spPr>
          <a:xfrm>
            <a:off x="4313600" y="3739617"/>
            <a:ext cx="35648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rtl="0">
              <a:spcBef>
                <a:spcPts val="0"/>
              </a:spcBef>
              <a:spcAft>
                <a:spcPts val="0"/>
              </a:spcAft>
              <a:buClr>
                <a:srgbClr val="000000"/>
              </a:buClr>
              <a:buSzPts val="1800"/>
              <a:buNone/>
              <a:defRPr sz="2400">
                <a:solidFill>
                  <a:srgbClr val="000000"/>
                </a:solidFill>
              </a:defRPr>
            </a:lvl2pPr>
            <a:lvl3pPr lvl="2" rtl="0">
              <a:spcBef>
                <a:spcPts val="0"/>
              </a:spcBef>
              <a:spcAft>
                <a:spcPts val="0"/>
              </a:spcAft>
              <a:buClr>
                <a:srgbClr val="000000"/>
              </a:buClr>
              <a:buSzPts val="1800"/>
              <a:buNone/>
              <a:defRPr sz="2400">
                <a:solidFill>
                  <a:srgbClr val="000000"/>
                </a:solidFill>
              </a:defRPr>
            </a:lvl3pPr>
            <a:lvl4pPr lvl="3" rtl="0">
              <a:spcBef>
                <a:spcPts val="0"/>
              </a:spcBef>
              <a:spcAft>
                <a:spcPts val="0"/>
              </a:spcAft>
              <a:buClr>
                <a:srgbClr val="000000"/>
              </a:buClr>
              <a:buSzPts val="1800"/>
              <a:buNone/>
              <a:defRPr sz="2400">
                <a:solidFill>
                  <a:srgbClr val="000000"/>
                </a:solidFill>
              </a:defRPr>
            </a:lvl4pPr>
            <a:lvl5pPr lvl="4" rtl="0">
              <a:spcBef>
                <a:spcPts val="0"/>
              </a:spcBef>
              <a:spcAft>
                <a:spcPts val="0"/>
              </a:spcAft>
              <a:buClr>
                <a:srgbClr val="000000"/>
              </a:buClr>
              <a:buSzPts val="1800"/>
              <a:buNone/>
              <a:defRPr sz="2400">
                <a:solidFill>
                  <a:srgbClr val="000000"/>
                </a:solidFill>
              </a:defRPr>
            </a:lvl5pPr>
            <a:lvl6pPr lvl="5" rtl="0">
              <a:spcBef>
                <a:spcPts val="0"/>
              </a:spcBef>
              <a:spcAft>
                <a:spcPts val="0"/>
              </a:spcAft>
              <a:buClr>
                <a:srgbClr val="000000"/>
              </a:buClr>
              <a:buSzPts val="1800"/>
              <a:buNone/>
              <a:defRPr sz="2400">
                <a:solidFill>
                  <a:srgbClr val="000000"/>
                </a:solidFill>
              </a:defRPr>
            </a:lvl6pPr>
            <a:lvl7pPr lvl="6" rtl="0">
              <a:spcBef>
                <a:spcPts val="0"/>
              </a:spcBef>
              <a:spcAft>
                <a:spcPts val="0"/>
              </a:spcAft>
              <a:buClr>
                <a:srgbClr val="000000"/>
              </a:buClr>
              <a:buSzPts val="1800"/>
              <a:buNone/>
              <a:defRPr sz="2400">
                <a:solidFill>
                  <a:srgbClr val="000000"/>
                </a:solidFill>
              </a:defRPr>
            </a:lvl7pPr>
            <a:lvl8pPr lvl="7" rtl="0">
              <a:spcBef>
                <a:spcPts val="0"/>
              </a:spcBef>
              <a:spcAft>
                <a:spcPts val="0"/>
              </a:spcAft>
              <a:buClr>
                <a:srgbClr val="000000"/>
              </a:buClr>
              <a:buSzPts val="1800"/>
              <a:buNone/>
              <a:defRPr sz="2400">
                <a:solidFill>
                  <a:srgbClr val="000000"/>
                </a:solidFill>
              </a:defRPr>
            </a:lvl8pPr>
            <a:lvl9pPr lvl="8" rtl="0">
              <a:spcBef>
                <a:spcPts val="0"/>
              </a:spcBef>
              <a:spcAft>
                <a:spcPts val="0"/>
              </a:spcAft>
              <a:buClr>
                <a:srgbClr val="000000"/>
              </a:buClr>
              <a:buSzPts val="1800"/>
              <a:buNone/>
              <a:defRPr sz="2400">
                <a:solidFill>
                  <a:srgbClr val="000000"/>
                </a:solidFill>
              </a:defRPr>
            </a:lvl9pPr>
          </a:lstStyle>
          <a:p>
            <a:endParaRPr/>
          </a:p>
        </p:txBody>
      </p:sp>
      <p:sp>
        <p:nvSpPr>
          <p:cNvPr id="91" name="Google Shape;91;p20"/>
          <p:cNvSpPr txBox="1">
            <a:spLocks noGrp="1"/>
          </p:cNvSpPr>
          <p:nvPr>
            <p:ph type="subTitle" idx="3"/>
          </p:nvPr>
        </p:nvSpPr>
        <p:spPr>
          <a:xfrm>
            <a:off x="4617200" y="2715667"/>
            <a:ext cx="29576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5">
                <a:solidFill>
                  <a:srgbClr val="000000"/>
                </a:solidFill>
              </a:defRPr>
            </a:lvl1pPr>
            <a:lvl2pPr lvl="1" rtl="0">
              <a:lnSpc>
                <a:spcPct val="100000"/>
              </a:lnSpc>
              <a:spcBef>
                <a:spcPts val="0"/>
              </a:spcBef>
              <a:spcAft>
                <a:spcPts val="0"/>
              </a:spcAft>
              <a:buSzPts val="1100"/>
              <a:buNone/>
              <a:defRPr sz="1465"/>
            </a:lvl2pPr>
            <a:lvl3pPr lvl="2" rtl="0">
              <a:lnSpc>
                <a:spcPct val="100000"/>
              </a:lnSpc>
              <a:spcBef>
                <a:spcPts val="0"/>
              </a:spcBef>
              <a:spcAft>
                <a:spcPts val="0"/>
              </a:spcAft>
              <a:buSzPts val="1100"/>
              <a:buNone/>
              <a:defRPr sz="1465"/>
            </a:lvl3pPr>
            <a:lvl4pPr lvl="3" rtl="0">
              <a:lnSpc>
                <a:spcPct val="100000"/>
              </a:lnSpc>
              <a:spcBef>
                <a:spcPts val="0"/>
              </a:spcBef>
              <a:spcAft>
                <a:spcPts val="0"/>
              </a:spcAft>
              <a:buSzPts val="1100"/>
              <a:buNone/>
              <a:defRPr sz="1465"/>
            </a:lvl4pPr>
            <a:lvl5pPr lvl="4" rtl="0">
              <a:lnSpc>
                <a:spcPct val="100000"/>
              </a:lnSpc>
              <a:spcBef>
                <a:spcPts val="0"/>
              </a:spcBef>
              <a:spcAft>
                <a:spcPts val="0"/>
              </a:spcAft>
              <a:buSzPts val="1100"/>
              <a:buNone/>
              <a:defRPr sz="1465"/>
            </a:lvl5pPr>
            <a:lvl6pPr lvl="5" rtl="0">
              <a:lnSpc>
                <a:spcPct val="100000"/>
              </a:lnSpc>
              <a:spcBef>
                <a:spcPts val="0"/>
              </a:spcBef>
              <a:spcAft>
                <a:spcPts val="0"/>
              </a:spcAft>
              <a:buSzPts val="1100"/>
              <a:buNone/>
              <a:defRPr sz="1465"/>
            </a:lvl6pPr>
            <a:lvl7pPr lvl="6" rtl="0">
              <a:lnSpc>
                <a:spcPct val="100000"/>
              </a:lnSpc>
              <a:spcBef>
                <a:spcPts val="0"/>
              </a:spcBef>
              <a:spcAft>
                <a:spcPts val="0"/>
              </a:spcAft>
              <a:buSzPts val="1100"/>
              <a:buNone/>
              <a:defRPr sz="1465"/>
            </a:lvl7pPr>
            <a:lvl8pPr lvl="7" rtl="0">
              <a:lnSpc>
                <a:spcPct val="100000"/>
              </a:lnSpc>
              <a:spcBef>
                <a:spcPts val="0"/>
              </a:spcBef>
              <a:spcAft>
                <a:spcPts val="0"/>
              </a:spcAft>
              <a:buSzPts val="1100"/>
              <a:buNone/>
              <a:defRPr sz="1465"/>
            </a:lvl8pPr>
            <a:lvl9pPr lvl="8" rtl="0">
              <a:lnSpc>
                <a:spcPct val="100000"/>
              </a:lnSpc>
              <a:spcBef>
                <a:spcPts val="0"/>
              </a:spcBef>
              <a:spcAft>
                <a:spcPts val="0"/>
              </a:spcAft>
              <a:buSzPts val="1100"/>
              <a:buNone/>
              <a:defRPr sz="1465"/>
            </a:lvl9pPr>
          </a:lstStyle>
          <a:p>
            <a:endParaRPr/>
          </a:p>
        </p:txBody>
      </p:sp>
      <p:sp>
        <p:nvSpPr>
          <p:cNvPr id="92" name="Google Shape;92;p20"/>
          <p:cNvSpPr txBox="1">
            <a:spLocks noGrp="1"/>
          </p:cNvSpPr>
          <p:nvPr>
            <p:ph type="ctrTitle" idx="4"/>
          </p:nvPr>
        </p:nvSpPr>
        <p:spPr>
          <a:xfrm>
            <a:off x="7878400" y="3739617"/>
            <a:ext cx="3564800" cy="57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rtl="0">
              <a:spcBef>
                <a:spcPts val="0"/>
              </a:spcBef>
              <a:spcAft>
                <a:spcPts val="0"/>
              </a:spcAft>
              <a:buClr>
                <a:srgbClr val="000000"/>
              </a:buClr>
              <a:buSzPts val="1800"/>
              <a:buNone/>
              <a:defRPr sz="2400">
                <a:solidFill>
                  <a:srgbClr val="000000"/>
                </a:solidFill>
              </a:defRPr>
            </a:lvl2pPr>
            <a:lvl3pPr lvl="2" rtl="0">
              <a:spcBef>
                <a:spcPts val="0"/>
              </a:spcBef>
              <a:spcAft>
                <a:spcPts val="0"/>
              </a:spcAft>
              <a:buClr>
                <a:srgbClr val="000000"/>
              </a:buClr>
              <a:buSzPts val="1800"/>
              <a:buNone/>
              <a:defRPr sz="2400">
                <a:solidFill>
                  <a:srgbClr val="000000"/>
                </a:solidFill>
              </a:defRPr>
            </a:lvl3pPr>
            <a:lvl4pPr lvl="3" rtl="0">
              <a:spcBef>
                <a:spcPts val="0"/>
              </a:spcBef>
              <a:spcAft>
                <a:spcPts val="0"/>
              </a:spcAft>
              <a:buClr>
                <a:srgbClr val="000000"/>
              </a:buClr>
              <a:buSzPts val="1800"/>
              <a:buNone/>
              <a:defRPr sz="2400">
                <a:solidFill>
                  <a:srgbClr val="000000"/>
                </a:solidFill>
              </a:defRPr>
            </a:lvl4pPr>
            <a:lvl5pPr lvl="4" rtl="0">
              <a:spcBef>
                <a:spcPts val="0"/>
              </a:spcBef>
              <a:spcAft>
                <a:spcPts val="0"/>
              </a:spcAft>
              <a:buClr>
                <a:srgbClr val="000000"/>
              </a:buClr>
              <a:buSzPts val="1800"/>
              <a:buNone/>
              <a:defRPr sz="2400">
                <a:solidFill>
                  <a:srgbClr val="000000"/>
                </a:solidFill>
              </a:defRPr>
            </a:lvl5pPr>
            <a:lvl6pPr lvl="5" rtl="0">
              <a:spcBef>
                <a:spcPts val="0"/>
              </a:spcBef>
              <a:spcAft>
                <a:spcPts val="0"/>
              </a:spcAft>
              <a:buClr>
                <a:srgbClr val="000000"/>
              </a:buClr>
              <a:buSzPts val="1800"/>
              <a:buNone/>
              <a:defRPr sz="2400">
                <a:solidFill>
                  <a:srgbClr val="000000"/>
                </a:solidFill>
              </a:defRPr>
            </a:lvl6pPr>
            <a:lvl7pPr lvl="6" rtl="0">
              <a:spcBef>
                <a:spcPts val="0"/>
              </a:spcBef>
              <a:spcAft>
                <a:spcPts val="0"/>
              </a:spcAft>
              <a:buClr>
                <a:srgbClr val="000000"/>
              </a:buClr>
              <a:buSzPts val="1800"/>
              <a:buNone/>
              <a:defRPr sz="2400">
                <a:solidFill>
                  <a:srgbClr val="000000"/>
                </a:solidFill>
              </a:defRPr>
            </a:lvl7pPr>
            <a:lvl8pPr lvl="7" rtl="0">
              <a:spcBef>
                <a:spcPts val="0"/>
              </a:spcBef>
              <a:spcAft>
                <a:spcPts val="0"/>
              </a:spcAft>
              <a:buClr>
                <a:srgbClr val="000000"/>
              </a:buClr>
              <a:buSzPts val="1800"/>
              <a:buNone/>
              <a:defRPr sz="2400">
                <a:solidFill>
                  <a:srgbClr val="000000"/>
                </a:solidFill>
              </a:defRPr>
            </a:lvl8pPr>
            <a:lvl9pPr lvl="8" rtl="0">
              <a:spcBef>
                <a:spcPts val="0"/>
              </a:spcBef>
              <a:spcAft>
                <a:spcPts val="0"/>
              </a:spcAft>
              <a:buClr>
                <a:srgbClr val="000000"/>
              </a:buClr>
              <a:buSzPts val="1800"/>
              <a:buNone/>
              <a:defRPr sz="2400">
                <a:solidFill>
                  <a:srgbClr val="000000"/>
                </a:solidFill>
              </a:defRPr>
            </a:lvl9pPr>
          </a:lstStyle>
          <a:p>
            <a:endParaRPr/>
          </a:p>
        </p:txBody>
      </p:sp>
      <p:sp>
        <p:nvSpPr>
          <p:cNvPr id="93" name="Google Shape;93;p20"/>
          <p:cNvSpPr txBox="1">
            <a:spLocks noGrp="1"/>
          </p:cNvSpPr>
          <p:nvPr>
            <p:ph type="subTitle" idx="5"/>
          </p:nvPr>
        </p:nvSpPr>
        <p:spPr>
          <a:xfrm>
            <a:off x="8182000" y="4120633"/>
            <a:ext cx="2957600" cy="133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100"/>
              <a:buNone/>
              <a:defRPr sz="1465">
                <a:solidFill>
                  <a:srgbClr val="000000"/>
                </a:solidFill>
              </a:defRPr>
            </a:lvl1pPr>
            <a:lvl2pPr lvl="1" rtl="0">
              <a:lnSpc>
                <a:spcPct val="100000"/>
              </a:lnSpc>
              <a:spcBef>
                <a:spcPts val="0"/>
              </a:spcBef>
              <a:spcAft>
                <a:spcPts val="0"/>
              </a:spcAft>
              <a:buSzPts val="1100"/>
              <a:buNone/>
              <a:defRPr sz="1465"/>
            </a:lvl2pPr>
            <a:lvl3pPr lvl="2" rtl="0">
              <a:lnSpc>
                <a:spcPct val="100000"/>
              </a:lnSpc>
              <a:spcBef>
                <a:spcPts val="0"/>
              </a:spcBef>
              <a:spcAft>
                <a:spcPts val="0"/>
              </a:spcAft>
              <a:buSzPts val="1100"/>
              <a:buNone/>
              <a:defRPr sz="1465"/>
            </a:lvl3pPr>
            <a:lvl4pPr lvl="3" rtl="0">
              <a:lnSpc>
                <a:spcPct val="100000"/>
              </a:lnSpc>
              <a:spcBef>
                <a:spcPts val="0"/>
              </a:spcBef>
              <a:spcAft>
                <a:spcPts val="0"/>
              </a:spcAft>
              <a:buSzPts val="1100"/>
              <a:buNone/>
              <a:defRPr sz="1465"/>
            </a:lvl4pPr>
            <a:lvl5pPr lvl="4" rtl="0">
              <a:lnSpc>
                <a:spcPct val="100000"/>
              </a:lnSpc>
              <a:spcBef>
                <a:spcPts val="0"/>
              </a:spcBef>
              <a:spcAft>
                <a:spcPts val="0"/>
              </a:spcAft>
              <a:buSzPts val="1100"/>
              <a:buNone/>
              <a:defRPr sz="1465"/>
            </a:lvl5pPr>
            <a:lvl6pPr lvl="5" rtl="0">
              <a:lnSpc>
                <a:spcPct val="100000"/>
              </a:lnSpc>
              <a:spcBef>
                <a:spcPts val="0"/>
              </a:spcBef>
              <a:spcAft>
                <a:spcPts val="0"/>
              </a:spcAft>
              <a:buSzPts val="1100"/>
              <a:buNone/>
              <a:defRPr sz="1465"/>
            </a:lvl6pPr>
            <a:lvl7pPr lvl="6" rtl="0">
              <a:lnSpc>
                <a:spcPct val="100000"/>
              </a:lnSpc>
              <a:spcBef>
                <a:spcPts val="0"/>
              </a:spcBef>
              <a:spcAft>
                <a:spcPts val="0"/>
              </a:spcAft>
              <a:buSzPts val="1100"/>
              <a:buNone/>
              <a:defRPr sz="1465"/>
            </a:lvl7pPr>
            <a:lvl8pPr lvl="7" rtl="0">
              <a:lnSpc>
                <a:spcPct val="100000"/>
              </a:lnSpc>
              <a:spcBef>
                <a:spcPts val="0"/>
              </a:spcBef>
              <a:spcAft>
                <a:spcPts val="0"/>
              </a:spcAft>
              <a:buSzPts val="1100"/>
              <a:buNone/>
              <a:defRPr sz="1465"/>
            </a:lvl8pPr>
            <a:lvl9pPr lvl="8" rtl="0">
              <a:lnSpc>
                <a:spcPct val="100000"/>
              </a:lnSpc>
              <a:spcBef>
                <a:spcPts val="0"/>
              </a:spcBef>
              <a:spcAft>
                <a:spcPts val="0"/>
              </a:spcAft>
              <a:buSzPts val="1100"/>
              <a:buNone/>
              <a:defRPr sz="1465"/>
            </a:lvl9pPr>
          </a:lstStyle>
          <a:p>
            <a:endParaRPr/>
          </a:p>
        </p:txBody>
      </p:sp>
      <p:sp>
        <p:nvSpPr>
          <p:cNvPr id="94" name="Google Shape;94;p20"/>
          <p:cNvSpPr txBox="1">
            <a:spLocks noGrp="1"/>
          </p:cNvSpPr>
          <p:nvPr>
            <p:ph type="ctrTitle" idx="6"/>
          </p:nvPr>
        </p:nvSpPr>
        <p:spPr>
          <a:xfrm>
            <a:off x="2619801" y="470467"/>
            <a:ext cx="6952400" cy="126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algn="r" rtl="0">
              <a:spcBef>
                <a:spcPts val="0"/>
              </a:spcBef>
              <a:spcAft>
                <a:spcPts val="0"/>
              </a:spcAft>
              <a:buSzPts val="2400"/>
              <a:buNone/>
              <a:defRPr sz="3200"/>
            </a:lvl2pPr>
            <a:lvl3pPr lvl="2" algn="r" rtl="0">
              <a:spcBef>
                <a:spcPts val="0"/>
              </a:spcBef>
              <a:spcAft>
                <a:spcPts val="0"/>
              </a:spcAft>
              <a:buSzPts val="2400"/>
              <a:buNone/>
              <a:defRPr sz="3200"/>
            </a:lvl3pPr>
            <a:lvl4pPr lvl="3" algn="r" rtl="0">
              <a:spcBef>
                <a:spcPts val="0"/>
              </a:spcBef>
              <a:spcAft>
                <a:spcPts val="0"/>
              </a:spcAft>
              <a:buSzPts val="2400"/>
              <a:buNone/>
              <a:defRPr sz="3200"/>
            </a:lvl4pPr>
            <a:lvl5pPr lvl="4" algn="r" rtl="0">
              <a:spcBef>
                <a:spcPts val="0"/>
              </a:spcBef>
              <a:spcAft>
                <a:spcPts val="0"/>
              </a:spcAft>
              <a:buSzPts val="2400"/>
              <a:buNone/>
              <a:defRPr sz="3200"/>
            </a:lvl5pPr>
            <a:lvl6pPr lvl="5" algn="r" rtl="0">
              <a:spcBef>
                <a:spcPts val="0"/>
              </a:spcBef>
              <a:spcAft>
                <a:spcPts val="0"/>
              </a:spcAft>
              <a:buSzPts val="2400"/>
              <a:buNone/>
              <a:defRPr sz="3200"/>
            </a:lvl6pPr>
            <a:lvl7pPr lvl="6" algn="r" rtl="0">
              <a:spcBef>
                <a:spcPts val="0"/>
              </a:spcBef>
              <a:spcAft>
                <a:spcPts val="0"/>
              </a:spcAft>
              <a:buSzPts val="2400"/>
              <a:buNone/>
              <a:defRPr sz="3200"/>
            </a:lvl7pPr>
            <a:lvl8pPr lvl="7" algn="r" rtl="0">
              <a:spcBef>
                <a:spcPts val="0"/>
              </a:spcBef>
              <a:spcAft>
                <a:spcPts val="0"/>
              </a:spcAft>
              <a:buSzPts val="2400"/>
              <a:buNone/>
              <a:defRPr sz="3200"/>
            </a:lvl8pPr>
            <a:lvl9pPr lvl="8" algn="r" rtl="0">
              <a:spcBef>
                <a:spcPts val="0"/>
              </a:spcBef>
              <a:spcAft>
                <a:spcPts val="0"/>
              </a:spcAft>
              <a:buSzPts val="2400"/>
              <a:buNone/>
              <a:defRPr sz="32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F4E0C5-4D14-4397-B5F9-82BA6DFA1179}" type="datetime1">
              <a:rPr lang="en-US" smtClean="0"/>
              <a:t>12/28/2024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An Analysis of Twitter Data for Stock Market Prediction by Implementing Logistic Regression through LSTM</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s://d.docs.live.net/0bbe02ad933de7a7/Desktop/projects/web3.html"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Shape 296"/>
        <p:cNvGrpSpPr/>
        <p:nvPr/>
      </p:nvGrpSpPr>
      <p:grpSpPr>
        <a:xfrm>
          <a:off x="0" y="0"/>
          <a:ext cx="0" cy="0"/>
          <a:chOff x="0" y="0"/>
          <a:chExt cx="0" cy="0"/>
        </a:xfrm>
      </p:grpSpPr>
      <p:sp>
        <p:nvSpPr>
          <p:cNvPr id="297" name="Google Shape;297;p43"/>
          <p:cNvSpPr txBox="1">
            <a:spLocks noGrp="1"/>
          </p:cNvSpPr>
          <p:nvPr>
            <p:ph type="ctrTitle"/>
          </p:nvPr>
        </p:nvSpPr>
        <p:spPr>
          <a:xfrm>
            <a:off x="846665" y="238648"/>
            <a:ext cx="10498665" cy="1261600"/>
          </a:xfrm>
          <a:prstGeom prst="rect">
            <a:avLst/>
          </a:prstGeom>
        </p:spPr>
        <p:txBody>
          <a:bodyPr spcFirstLastPara="1" wrap="square" lIns="121900" tIns="121900" rIns="121900" bIns="121900" anchor="t" anchorCtr="0">
            <a:noAutofit/>
          </a:bodyPr>
          <a:lstStyle/>
          <a:p>
            <a:br>
              <a:rPr lang="en-IN" dirty="0">
                <a:latin typeface="Times New Roman" panose="02020603050405020304" pitchFamily="18" charset="0"/>
                <a:cs typeface="Times New Roman" panose="02020603050405020304" pitchFamily="18" charset="0"/>
              </a:rPr>
            </a:br>
            <a:endParaRPr dirty="0"/>
          </a:p>
        </p:txBody>
      </p:sp>
      <p:sp>
        <p:nvSpPr>
          <p:cNvPr id="5" name="Subtitle 4"/>
          <p:cNvSpPr>
            <a:spLocks noGrp="1"/>
          </p:cNvSpPr>
          <p:nvPr>
            <p:ph type="subTitle" idx="3"/>
          </p:nvPr>
        </p:nvSpPr>
        <p:spPr>
          <a:xfrm>
            <a:off x="575039" y="2405521"/>
            <a:ext cx="3765973" cy="1656796"/>
          </a:xfrm>
        </p:spPr>
        <p:txBody>
          <a:bodyPr/>
          <a:lstStyle/>
          <a:p>
            <a:pPr marL="0" indent="0" algn="l" defTabSz="1219200">
              <a:lnSpc>
                <a:spcPct val="150000"/>
              </a:lnSpc>
              <a:buClr>
                <a:srgbClr val="000000"/>
              </a:buClr>
              <a:buSzTx/>
              <a:defRPr/>
            </a:pPr>
            <a:r>
              <a:rPr lang="en-IN" sz="2000" b="1" u="sng" dirty="0">
                <a:latin typeface="Times New Roman" panose="02020603050405020304" pitchFamily="18" charset="0"/>
                <a:cs typeface="Times New Roman" panose="02020603050405020304" pitchFamily="18" charset="0"/>
                <a:sym typeface="Arial" panose="020B0604020202020204"/>
              </a:rPr>
              <a:t>Internship Member</a:t>
            </a:r>
          </a:p>
          <a:p>
            <a:pPr marL="0" indent="0" algn="l" defTabSz="1219200">
              <a:buClr>
                <a:srgbClr val="000000"/>
              </a:buClr>
              <a:buSzTx/>
              <a:defRPr/>
            </a:pPr>
            <a:r>
              <a:rPr lang="en-US" sz="1800" dirty="0">
                <a:latin typeface="Times New Roman" panose="02020603050405020304" pitchFamily="18" charset="0"/>
                <a:cs typeface="Times New Roman" panose="02020603050405020304" pitchFamily="18" charset="0"/>
              </a:rPr>
              <a:t>K. </a:t>
            </a:r>
            <a:r>
              <a:rPr lang="en-IN" altLang="en-US" sz="1800" dirty="0">
                <a:latin typeface="Times New Roman" panose="02020603050405020304" pitchFamily="18" charset="0"/>
                <a:cs typeface="Times New Roman" panose="02020603050405020304" pitchFamily="18" charset="0"/>
              </a:rPr>
              <a:t>Rupavathi</a:t>
            </a:r>
            <a:r>
              <a:rPr lang="en-US" sz="1800" dirty="0">
                <a:latin typeface="Times New Roman" panose="02020603050405020304" pitchFamily="18" charset="0"/>
                <a:cs typeface="Times New Roman" panose="02020603050405020304" pitchFamily="18" charset="0"/>
              </a:rPr>
              <a:t>  (</a:t>
            </a:r>
            <a:r>
              <a:rPr lang="en-IN" altLang="en-US" sz="1800" dirty="0">
                <a:latin typeface="Times New Roman" panose="02020603050405020304" pitchFamily="18" charset="0"/>
                <a:cs typeface="Times New Roman" panose="02020603050405020304" pitchFamily="18" charset="0"/>
              </a:rPr>
              <a:t>322103210066</a:t>
            </a:r>
            <a:r>
              <a:rPr lang="en-US" sz="1800" dirty="0">
                <a:latin typeface="Times New Roman" panose="02020603050405020304" pitchFamily="18" charset="0"/>
                <a:cs typeface="Times New Roman" panose="02020603050405020304" pitchFamily="18" charset="0"/>
              </a:rPr>
              <a:t>) </a:t>
            </a:r>
          </a:p>
          <a:p>
            <a:pPr marL="0" indent="0" algn="l" defTabSz="1219200">
              <a:buClr>
                <a:srgbClr val="000000"/>
              </a:buClr>
              <a:buSzTx/>
              <a:defRPr/>
            </a:pPr>
            <a:endParaRPr lang="en-US" sz="1865" dirty="0"/>
          </a:p>
          <a:p>
            <a:pPr algn="l"/>
            <a:endParaRPr lang="en-IN" dirty="0"/>
          </a:p>
        </p:txBody>
      </p:sp>
      <p:sp>
        <p:nvSpPr>
          <p:cNvPr id="25" name="TextBox 24"/>
          <p:cNvSpPr txBox="1"/>
          <p:nvPr/>
        </p:nvSpPr>
        <p:spPr>
          <a:xfrm>
            <a:off x="1847165" y="5253048"/>
            <a:ext cx="8912000" cy="379656"/>
          </a:xfrm>
          <a:prstGeom prst="rect">
            <a:avLst/>
          </a:prstGeom>
          <a:noFill/>
        </p:spPr>
        <p:txBody>
          <a:bodyPr wrap="square">
            <a:spAutoFit/>
          </a:bodyPr>
          <a:lstStyle/>
          <a:p>
            <a:pPr algn="ctr" defTabSz="1219200">
              <a:buClr>
                <a:srgbClr val="000000"/>
              </a:buClr>
            </a:pPr>
            <a:endParaRPr lang="en-IN" sz="1865" kern="0" dirty="0">
              <a:solidFill>
                <a:srgbClr val="000000"/>
              </a:solidFill>
              <a:latin typeface="Arial" panose="020B0604020202020204"/>
              <a:cs typeface="Arial" panose="020B0604020202020204"/>
              <a:sym typeface="Arial" panose="020B0604020202020204"/>
            </a:endParaRPr>
          </a:p>
        </p:txBody>
      </p:sp>
      <p:sp>
        <p:nvSpPr>
          <p:cNvPr id="3" name="TextBox 2"/>
          <p:cNvSpPr txBox="1"/>
          <p:nvPr/>
        </p:nvSpPr>
        <p:spPr>
          <a:xfrm>
            <a:off x="8770348" y="2490846"/>
            <a:ext cx="2912533" cy="1799590"/>
          </a:xfrm>
          <a:prstGeom prst="rect">
            <a:avLst/>
          </a:prstGeom>
          <a:noFill/>
        </p:spPr>
        <p:txBody>
          <a:bodyPr wrap="square">
            <a:spAutoFit/>
          </a:bodyPr>
          <a:lstStyle/>
          <a:p>
            <a:pPr algn="ctr" defTabSz="1219200">
              <a:lnSpc>
                <a:spcPct val="150000"/>
              </a:lnSpc>
              <a:buClr>
                <a:srgbClr val="000000"/>
              </a:buClr>
            </a:pPr>
            <a:r>
              <a:rPr lang="en-IN" sz="2000" b="1" u="sng" kern="0" dirty="0">
                <a:solidFill>
                  <a:srgbClr val="000000"/>
                </a:solidFill>
                <a:latin typeface="Times New Roman" panose="02020603050405020304" pitchFamily="18" charset="0"/>
                <a:cs typeface="Times New Roman" panose="02020603050405020304" pitchFamily="18" charset="0"/>
                <a:sym typeface="Arial" panose="020B0604020202020204"/>
              </a:rPr>
              <a:t>Internship Mentor</a:t>
            </a:r>
          </a:p>
          <a:p>
            <a:pPr algn="ctr" defTabSz="1219200">
              <a:lnSpc>
                <a:spcPct val="150000"/>
              </a:lnSpc>
              <a:buClr>
                <a:srgbClr val="000000"/>
              </a:buClr>
            </a:pPr>
            <a:r>
              <a:rPr lang="en-IN" altLang="en-US" dirty="0">
                <a:latin typeface="Times New Roman" panose="02020603050405020304" pitchFamily="18" charset="0"/>
                <a:ea typeface="+mn-lt"/>
                <a:cs typeface="Times New Roman" panose="02020603050405020304" pitchFamily="18" charset="0"/>
              </a:rPr>
              <a:t>K. ROHINI</a:t>
            </a:r>
            <a:endParaRPr lang="en-US" dirty="0">
              <a:latin typeface="Times New Roman" panose="02020603050405020304" pitchFamily="18" charset="0"/>
              <a:ea typeface="+mn-lt"/>
              <a:cs typeface="Times New Roman" panose="02020603050405020304" pitchFamily="18" charset="0"/>
            </a:endParaRPr>
          </a:p>
          <a:p>
            <a:pPr algn="ctr" defTabSz="1219200">
              <a:lnSpc>
                <a:spcPct val="150000"/>
              </a:lnSpc>
              <a:buClr>
                <a:srgbClr val="000000"/>
              </a:buClr>
            </a:pPr>
            <a:r>
              <a:rPr lang="en-US" dirty="0">
                <a:latin typeface="Times New Roman" panose="02020603050405020304" pitchFamily="18" charset="0"/>
                <a:ea typeface="+mn-lt"/>
                <a:cs typeface="Times New Roman" panose="02020603050405020304" pitchFamily="18" charset="0"/>
              </a:rPr>
              <a:t>Associate Professor</a:t>
            </a:r>
          </a:p>
          <a:p>
            <a:pPr algn="ctr" defTabSz="1219200">
              <a:lnSpc>
                <a:spcPct val="150000"/>
              </a:lnSpc>
              <a:buClr>
                <a:srgbClr val="000000"/>
              </a:buClr>
            </a:pPr>
            <a:r>
              <a:rPr lang="en-US" dirty="0">
                <a:latin typeface="Times New Roman" panose="02020603050405020304" pitchFamily="18" charset="0"/>
                <a:ea typeface="+mn-lt"/>
                <a:cs typeface="Times New Roman" panose="02020603050405020304" pitchFamily="18" charset="0"/>
              </a:rPr>
              <a:t>CSE Department</a:t>
            </a:r>
          </a:p>
        </p:txBody>
      </p:sp>
      <p:sp>
        <p:nvSpPr>
          <p:cNvPr id="7" name="TextBox 6"/>
          <p:cNvSpPr txBox="1"/>
          <p:nvPr/>
        </p:nvSpPr>
        <p:spPr>
          <a:xfrm>
            <a:off x="3255165" y="4691749"/>
            <a:ext cx="6096000" cy="666977"/>
          </a:xfrm>
          <a:prstGeom prst="rect">
            <a:avLst/>
          </a:prstGeom>
          <a:noFill/>
        </p:spPr>
        <p:txBody>
          <a:bodyPr wrap="square">
            <a:spAutoFit/>
          </a:bodyPr>
          <a:lstStyle/>
          <a:p>
            <a:pPr algn="ctr" defTabSz="1219200">
              <a:buClr>
                <a:srgbClr val="000000"/>
              </a:buClr>
            </a:pPr>
            <a:r>
              <a:rPr lang="en-US" sz="1865" b="1" kern="0" dirty="0">
                <a:solidFill>
                  <a:srgbClr val="000000"/>
                </a:solidFill>
                <a:latin typeface="Times New Roman" panose="02020603050405020304" pitchFamily="18" charset="0"/>
                <a:cs typeface="Times New Roman" panose="02020603050405020304" pitchFamily="18" charset="0"/>
                <a:sym typeface="Arial" panose="020B0604020202020204"/>
              </a:rPr>
              <a:t>Department of Computer Science and Engineering</a:t>
            </a:r>
          </a:p>
          <a:p>
            <a:pPr algn="ctr" defTabSz="1219200">
              <a:buClr>
                <a:srgbClr val="000000"/>
              </a:buClr>
            </a:pPr>
            <a:endParaRPr lang="en-IN" sz="1865" b="1" kern="0" dirty="0">
              <a:solidFill>
                <a:srgbClr val="000000"/>
              </a:solidFill>
              <a:latin typeface="Times New Roman" panose="02020603050405020304" pitchFamily="18" charset="0"/>
              <a:cs typeface="Times New Roman" panose="02020603050405020304" pitchFamily="18" charset="0"/>
              <a:sym typeface="Arial" panose="020B0604020202020204"/>
            </a:endParaRPr>
          </a:p>
        </p:txBody>
      </p:sp>
      <p:sp>
        <p:nvSpPr>
          <p:cNvPr id="9" name="TextBox 8"/>
          <p:cNvSpPr txBox="1"/>
          <p:nvPr/>
        </p:nvSpPr>
        <p:spPr>
          <a:xfrm>
            <a:off x="248376" y="5079587"/>
            <a:ext cx="11848817" cy="1599565"/>
          </a:xfrm>
          <a:prstGeom prst="rect">
            <a:avLst/>
          </a:prstGeom>
          <a:noFill/>
        </p:spPr>
        <p:txBody>
          <a:bodyPr wrap="square">
            <a:spAutoFit/>
          </a:bodyPr>
          <a:lstStyle/>
          <a:p>
            <a:pPr algn="ctr" defTabSz="1219200">
              <a:buClr>
                <a:srgbClr val="000000"/>
              </a:buClr>
            </a:pPr>
            <a:r>
              <a:rPr lang="en-US" sz="2400" b="1" kern="0" dirty="0">
                <a:solidFill>
                  <a:srgbClr val="000000"/>
                </a:solidFill>
                <a:latin typeface="Times New Roman" panose="02020603050405020304" pitchFamily="18" charset="0"/>
                <a:cs typeface="Times New Roman" panose="02020603050405020304" pitchFamily="18" charset="0"/>
                <a:sym typeface="Arial" panose="020B0604020202020204"/>
              </a:rPr>
              <a:t>GAYATRI VIDYA PARISHAD COLLEGE OF ENGINEERING FOR WOMEN(A)</a:t>
            </a:r>
          </a:p>
          <a:p>
            <a:pPr algn="ctr" defTabSz="1219200">
              <a:buClr>
                <a:srgbClr val="000000"/>
              </a:buClr>
            </a:pPr>
            <a:r>
              <a:rPr lang="en-IN" sz="1400" kern="0" dirty="0">
                <a:solidFill>
                  <a:srgbClr val="000000"/>
                </a:solidFill>
                <a:latin typeface="Times New Roman" panose="02020603050405020304" pitchFamily="18" charset="0"/>
                <a:cs typeface="Times New Roman" panose="02020603050405020304" pitchFamily="18" charset="0"/>
                <a:sym typeface="Arial" panose="020B0604020202020204"/>
              </a:rPr>
              <a:t>[Approved by AICTE NEW DELHI, Affiliated to AU Visakhapatnam]</a:t>
            </a:r>
          </a:p>
          <a:p>
            <a:pPr algn="ctr" defTabSz="1219200">
              <a:buClr>
                <a:srgbClr val="000000"/>
              </a:buClr>
            </a:pPr>
            <a:r>
              <a:rPr lang="en-IN" sz="1400" kern="0" dirty="0">
                <a:solidFill>
                  <a:srgbClr val="000000"/>
                </a:solidFill>
                <a:latin typeface="Times New Roman" panose="02020603050405020304" pitchFamily="18" charset="0"/>
                <a:cs typeface="Times New Roman" panose="02020603050405020304" pitchFamily="18" charset="0"/>
                <a:sym typeface="Arial" panose="020B0604020202020204"/>
              </a:rPr>
              <a:t>[Accredited by National Board of Accreditation(NBA) for B.Tech. CSE, ECE &amp; IT – valid from 2019-22 and 2022-25]</a:t>
            </a:r>
          </a:p>
          <a:p>
            <a:pPr algn="ctr" defTabSz="1219200">
              <a:buClr>
                <a:srgbClr val="000000"/>
              </a:buClr>
            </a:pPr>
            <a:r>
              <a:rPr lang="en-IN" sz="1400" kern="0" dirty="0">
                <a:solidFill>
                  <a:srgbClr val="000000"/>
                </a:solidFill>
                <a:latin typeface="Times New Roman" panose="02020603050405020304" pitchFamily="18" charset="0"/>
                <a:cs typeface="Times New Roman" panose="02020603050405020304" pitchFamily="18" charset="0"/>
                <a:sym typeface="Arial" panose="020B0604020202020204"/>
              </a:rPr>
              <a:t>[Accredited by National Assessment and Accreditation Council (NAAC) with A Grade – valid from 2022-27] </a:t>
            </a:r>
          </a:p>
          <a:p>
            <a:pPr algn="ctr" defTabSz="1219200">
              <a:buClr>
                <a:srgbClr val="000000"/>
              </a:buClr>
            </a:pPr>
            <a:r>
              <a:rPr lang="en-IN" sz="1600" kern="0" dirty="0">
                <a:solidFill>
                  <a:srgbClr val="000000"/>
                </a:solidFill>
                <a:latin typeface="Times New Roman" panose="02020603050405020304" pitchFamily="18" charset="0"/>
                <a:cs typeface="Times New Roman" panose="02020603050405020304" pitchFamily="18" charset="0"/>
                <a:sym typeface="Arial" panose="020B0604020202020204"/>
              </a:rPr>
              <a:t>Kommadi, Madhurawada, Visakhapatnam – 530048</a:t>
            </a:r>
          </a:p>
          <a:p>
            <a:pPr algn="ctr" defTabSz="1219200">
              <a:buClr>
                <a:srgbClr val="000000"/>
              </a:buClr>
            </a:pPr>
            <a:r>
              <a:rPr lang="en-US" sz="1600" b="1" kern="0" dirty="0">
                <a:solidFill>
                  <a:srgbClr val="000000"/>
                </a:solidFill>
                <a:latin typeface="Times New Roman" panose="02020603050405020304" pitchFamily="18" charset="0"/>
                <a:cs typeface="Times New Roman" panose="02020603050405020304" pitchFamily="18" charset="0"/>
                <a:sym typeface="Arial" panose="020B0604020202020204"/>
              </a:rPr>
              <a:t>Academic Batch : 2024-25                                                                                 </a:t>
            </a:r>
          </a:p>
        </p:txBody>
      </p:sp>
      <p:sp>
        <p:nvSpPr>
          <p:cNvPr id="6" name="TextBox 5"/>
          <p:cNvSpPr txBox="1"/>
          <p:nvPr/>
        </p:nvSpPr>
        <p:spPr>
          <a:xfrm>
            <a:off x="1461247" y="428743"/>
            <a:ext cx="9297918" cy="583565"/>
          </a:xfrm>
          <a:prstGeom prst="rect">
            <a:avLst/>
          </a:prstGeom>
          <a:noFill/>
        </p:spPr>
        <p:txBody>
          <a:bodyPr wrap="square">
            <a:spAutoFit/>
          </a:bodyPr>
          <a:lstStyle/>
          <a:p>
            <a:pPr algn="ctr"/>
            <a:r>
              <a:rPr lang="en-US" sz="3200" b="1" dirty="0">
                <a:latin typeface="Times New Roman" panose="02020603050405020304" pitchFamily="18" charset="0"/>
                <a:ea typeface="+mj-lt"/>
                <a:cs typeface="Times New Roman" panose="02020603050405020304" pitchFamily="18" charset="0"/>
              </a:rPr>
              <a:t>Title: </a:t>
            </a:r>
            <a:r>
              <a:rPr lang="en-IN" altLang="en-US" sz="3200" b="1" dirty="0">
                <a:latin typeface="Times New Roman" panose="02020603050405020304" pitchFamily="18" charset="0"/>
                <a:ea typeface="+mj-lt"/>
                <a:cs typeface="Times New Roman" panose="02020603050405020304" pitchFamily="18" charset="0"/>
              </a:rPr>
              <a:t>Emoji Catcher Game</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7475" y="2136376"/>
            <a:ext cx="2250831" cy="2509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901" y="0"/>
            <a:ext cx="10515600" cy="590305"/>
          </a:xfrm>
        </p:spPr>
        <p:txBody>
          <a:bodyPr>
            <a:normAutofit/>
          </a:bodyPr>
          <a:lstStyle/>
          <a:p>
            <a:pPr algn="ctr"/>
            <a:r>
              <a:rPr lang="en-IN" sz="3200" b="1" dirty="0">
                <a:latin typeface="Times New Roman" panose="02020603050405020304" pitchFamily="18" charset="0"/>
                <a:cs typeface="Times New Roman" panose="02020603050405020304" pitchFamily="18" charset="0"/>
              </a:rPr>
              <a:t>Contents</a:t>
            </a:r>
          </a:p>
        </p:txBody>
      </p:sp>
      <p:sp>
        <p:nvSpPr>
          <p:cNvPr id="3" name="Content Placeholder 2"/>
          <p:cNvSpPr>
            <a:spLocks noGrp="1"/>
          </p:cNvSpPr>
          <p:nvPr>
            <p:ph idx="1"/>
          </p:nvPr>
        </p:nvSpPr>
        <p:spPr>
          <a:xfrm>
            <a:off x="757555" y="699770"/>
            <a:ext cx="10515600" cy="5187950"/>
          </a:xfrm>
        </p:spPr>
        <p:txBody>
          <a:bodyPr>
            <a:noAutofit/>
          </a:bodyPr>
          <a:lstStyle/>
          <a:p>
            <a:pPr marL="617855" indent="-381000" algn="just">
              <a:buClr>
                <a:schemeClr val="tx1"/>
              </a:buClr>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617855" indent="-381000" algn="just">
              <a:buClr>
                <a:schemeClr val="tx1"/>
              </a:buClr>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Abstract</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Problem Definition</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Existing System</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Proposed System</a:t>
            </a:r>
          </a:p>
          <a:p>
            <a:pPr marL="617855" indent="-381000" algn="just">
              <a:lnSpc>
                <a:spcPct val="150000"/>
              </a:lnSpc>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Internship Project Workflow  (Architectural Diagram)</a:t>
            </a:r>
          </a:p>
          <a:p>
            <a:pPr marL="617855" indent="-381000" algn="just">
              <a:lnSpc>
                <a:spcPct val="150000"/>
              </a:lnSpc>
              <a:spcBef>
                <a:spcPts val="0"/>
              </a:spcBef>
              <a:buClr>
                <a:schemeClr val="tx1"/>
              </a:buClr>
              <a:buFont typeface="Wingdings" panose="05000000000000000000" pitchFamily="2" charset="2"/>
              <a:buChar char="q"/>
            </a:pPr>
            <a:r>
              <a:rPr lang="en-IN" alt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Implementation </a:t>
            </a:r>
          </a:p>
          <a:p>
            <a:pPr marL="617855" indent="-381000" algn="just">
              <a:buClr>
                <a:schemeClr val="tx1"/>
              </a:buClr>
              <a:buFont typeface="Wingdings" panose="05000000000000000000" pitchFamily="2" charset="2"/>
              <a:buChar char="q"/>
            </a:pPr>
            <a:r>
              <a:rPr lang="en-IN" alt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Results( Screenshots)</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Conclusion</a:t>
            </a:r>
          </a:p>
          <a:p>
            <a:pPr marL="617855" indent="-381000" algn="just">
              <a:buClr>
                <a:schemeClr val="tx1"/>
              </a:buClr>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References</a:t>
            </a:r>
          </a:p>
          <a:p>
            <a:endParaRPr lang="en-IN" sz="1050" dirty="0"/>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2</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277" y="365126"/>
            <a:ext cx="10582523" cy="1096962"/>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                       </a:t>
            </a:r>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Certificate</a:t>
            </a:r>
            <a:br>
              <a:rPr lang="en-IN"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3</a:t>
            </a:fld>
            <a:endParaRPr lang="en-US" sz="2000" b="1" dirty="0">
              <a:latin typeface="Aparajita" panose="02020603050405020304" pitchFamily="18" charset="0"/>
              <a:cs typeface="Aparajita" panose="02020603050405020304" pitchFamily="18" charset="0"/>
            </a:endParaRPr>
          </a:p>
        </p:txBody>
      </p:sp>
      <p:pic>
        <p:nvPicPr>
          <p:cNvPr id="4" name="Content Placeholder 3"/>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208598" y="1462087"/>
            <a:ext cx="10050449" cy="5030787"/>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817100" cy="912813"/>
          </a:xfrm>
        </p:spPr>
        <p:txBody>
          <a:bodyPr/>
          <a:lstStyle/>
          <a:p>
            <a:r>
              <a:rPr lang="en-US"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ABSTRACT</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26465" y="1278255"/>
            <a:ext cx="10427335" cy="4899025"/>
          </a:xfrm>
        </p:spPr>
        <p:txBody>
          <a:bodyPr vert="horz" lIns="91440" tIns="45720" rIns="91440" bIns="45720" rtlCol="0" anchor="t">
            <a:normAutofit/>
          </a:bodyPr>
          <a:lstStyle/>
          <a:p>
            <a:pPr marL="0" indent="0">
              <a:buNone/>
            </a:pPr>
            <a:r>
              <a:rPr lang="en-IN" sz="2000" dirty="0">
                <a:latin typeface="Times New Roman" panose="02020603050405020304" pitchFamily="18" charset="0"/>
                <a:ea typeface="+mn-lt"/>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This HTML, CSS, and JavaScript code implements a simple "Emoji Catcher</a:t>
            </a:r>
          </a:p>
          <a:p>
            <a:pPr marL="0" indent="0">
              <a:buNone/>
            </a:pPr>
            <a:r>
              <a:rPr lang="en-US" sz="2400" dirty="0">
                <a:latin typeface="Times New Roman" panose="02020603050405020304" pitchFamily="18" charset="0"/>
                <a:cs typeface="Times New Roman" panose="02020603050405020304" pitchFamily="18" charset="0"/>
              </a:rPr>
              <a:t> Game” playable in a web browser. The game presents a grid of squares, and single</a:t>
            </a:r>
          </a:p>
          <a:p>
            <a:pPr marL="0" indent="0">
              <a:buNone/>
            </a:pPr>
            <a:r>
              <a:rPr lang="en-US" sz="2400" dirty="0">
                <a:latin typeface="Times New Roman" panose="02020603050405020304" pitchFamily="18" charset="0"/>
                <a:cs typeface="Times New Roman" panose="02020603050405020304" pitchFamily="18" charset="0"/>
              </a:rPr>
              <a:t> emoji is randomly placed within one of them. The player's objective is to click on</a:t>
            </a:r>
          </a:p>
          <a:p>
            <a:pPr marL="0" indent="0">
              <a:buNone/>
            </a:pPr>
            <a:r>
              <a:rPr lang="en-US" sz="2400" dirty="0">
                <a:latin typeface="Times New Roman" panose="02020603050405020304" pitchFamily="18" charset="0"/>
                <a:cs typeface="Times New Roman" panose="02020603050405020304" pitchFamily="18" charset="0"/>
              </a:rPr>
              <a:t> the square containing the emoji within a 60-second time limit. A correct guess</a:t>
            </a:r>
          </a:p>
          <a:p>
            <a:pPr marL="0" indent="0">
              <a:buNone/>
            </a:pPr>
            <a:r>
              <a:rPr lang="en-US" sz="2400" dirty="0">
                <a:latin typeface="Times New Roman" panose="02020603050405020304" pitchFamily="18" charset="0"/>
                <a:cs typeface="Times New Roman" panose="02020603050405020304" pitchFamily="18" charset="0"/>
              </a:rPr>
              <a:t> reveals the emoji, increments the player's score, and promptly hides the emoji</a:t>
            </a:r>
          </a:p>
          <a:p>
            <a:pPr marL="0" indent="0">
              <a:buNone/>
            </a:pPr>
            <a:r>
              <a:rPr lang="en-US" sz="2400" dirty="0">
                <a:latin typeface="Times New Roman" panose="02020603050405020304" pitchFamily="18" charset="0"/>
                <a:cs typeface="Times New Roman" panose="02020603050405020304" pitchFamily="18" charset="0"/>
              </a:rPr>
              <a:t> again, relocating it to a new random square.</a:t>
            </a:r>
            <a:r>
              <a:rPr lang="en-US" sz="1600" dirty="0"/>
              <a:t> </a:t>
            </a:r>
            <a:r>
              <a:rPr lang="en-US" sz="2400" dirty="0">
                <a:latin typeface="Times New Roman" panose="02020603050405020304" pitchFamily="18" charset="0"/>
                <a:cs typeface="Times New Roman" panose="02020603050405020304" pitchFamily="18" charset="0"/>
              </a:rPr>
              <a:t>The code manages the game's user</a:t>
            </a:r>
          </a:p>
          <a:p>
            <a:pPr marL="0" indent="0">
              <a:buNone/>
            </a:pPr>
            <a:r>
              <a:rPr lang="en-US" sz="2400" dirty="0">
                <a:latin typeface="Times New Roman" panose="02020603050405020304" pitchFamily="18" charset="0"/>
                <a:cs typeface="Times New Roman" panose="02020603050405020304" pitchFamily="18" charset="0"/>
              </a:rPr>
              <a:t> interface, including displaying the score, remaining time, and the grid of squares</a:t>
            </a:r>
          </a:p>
          <a:p>
            <a:pPr marL="0" indent="0">
              <a:buNone/>
            </a:pPr>
            <a:r>
              <a:rPr lang="en-US" sz="2400" dirty="0">
                <a:latin typeface="Times New Roman" panose="02020603050405020304" pitchFamily="18" charset="0"/>
                <a:cs typeface="Times New Roman" panose="02020603050405020304" pitchFamily="18" charset="0"/>
              </a:rPr>
              <a:t> </a:t>
            </a:r>
          </a:p>
          <a:p>
            <a:pPr marL="0" indent="0" algn="just">
              <a:lnSpc>
                <a:spcPct val="150000"/>
              </a:lnSpc>
              <a:buNone/>
            </a:pPr>
            <a:endParaRPr lang="en-US" sz="2000" dirty="0">
              <a:latin typeface="Times New Roman" panose="02020603050405020304" pitchFamily="18" charset="0"/>
              <a:ea typeface="+mn-lt"/>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4</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406380" cy="1026795"/>
          </a:xfrm>
        </p:spPr>
        <p:txBody>
          <a:bodyPr>
            <a:normAutofit/>
          </a:bodyPr>
          <a:lstStyle/>
          <a:p>
            <a:r>
              <a:rPr lang="en-US" sz="3600" dirty="0">
                <a:cs typeface="Calibri Light" panose="020F0302020204030204"/>
              </a:rPr>
              <a:t>                  </a:t>
            </a:r>
            <a:r>
              <a:rPr lang="en-US" sz="36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 PROBLEM STATEMENT</a:t>
            </a:r>
          </a:p>
        </p:txBody>
      </p:sp>
      <p:sp>
        <p:nvSpPr>
          <p:cNvPr id="3" name="Content Placeholder 2"/>
          <p:cNvSpPr>
            <a:spLocks noGrp="1"/>
          </p:cNvSpPr>
          <p:nvPr>
            <p:ph idx="1"/>
          </p:nvPr>
        </p:nvSpPr>
        <p:spPr>
          <a:xfrm>
            <a:off x="838200" y="1523590"/>
            <a:ext cx="10515600" cy="4680585"/>
          </a:xfrm>
        </p:spPr>
        <p:txBody>
          <a:bodyPr vert="horz" lIns="91440" tIns="45720" rIns="91440" bIns="45720" rtlCol="0" anchor="t">
            <a:normAutofit/>
          </a:bodyPr>
          <a:lstStyle/>
          <a:p>
            <a:pPr marL="0" indent="0" rtl="0">
              <a:buNone/>
            </a:pPr>
            <a:r>
              <a:rPr lang="en-US" sz="2400" dirty="0">
                <a:effectLst/>
                <a:latin typeface="Times New Roman" panose="02020603050405020304" pitchFamily="18" charset="0"/>
                <a:cs typeface="Times New Roman" panose="02020603050405020304" pitchFamily="18" charset="0"/>
              </a:rPr>
              <a:t>Develop a simple, engaging web-based game where players must quickly locate and</a:t>
            </a:r>
          </a:p>
          <a:p>
            <a:pPr marL="0" indent="0" rtl="0">
              <a:buNone/>
            </a:pPr>
            <a:r>
              <a:rPr lang="en-US" sz="2400" dirty="0">
                <a:effectLst/>
                <a:latin typeface="Times New Roman" panose="02020603050405020304" pitchFamily="18" charset="0"/>
                <a:cs typeface="Times New Roman" panose="02020603050405020304" pitchFamily="18" charset="0"/>
              </a:rPr>
              <a:t> "catch" a randomly appearing emoji within a grid of squares. The game should</a:t>
            </a:r>
          </a:p>
          <a:p>
            <a:pPr marL="0" indent="0" rtl="0">
              <a:buNone/>
            </a:pPr>
            <a:r>
              <a:rPr lang="en-US" sz="2400" dirty="0">
                <a:effectLst/>
                <a:latin typeface="Times New Roman" panose="02020603050405020304" pitchFamily="18" charset="0"/>
                <a:cs typeface="Times New Roman" panose="02020603050405020304" pitchFamily="18" charset="0"/>
              </a:rPr>
              <a:t> present a clear visual interface with a score tracker and countdown timer, providing</a:t>
            </a:r>
          </a:p>
          <a:p>
            <a:pPr marL="0" indent="0" rtl="0">
              <a:buNone/>
            </a:pPr>
            <a:r>
              <a:rPr lang="en-US" sz="2400" dirty="0">
                <a:effectLst/>
                <a:latin typeface="Times New Roman" panose="02020603050405020304" pitchFamily="18" charset="0"/>
                <a:cs typeface="Times New Roman" panose="02020603050405020304" pitchFamily="18" charset="0"/>
              </a:rPr>
              <a:t> immediate feedback for correct and incorrect guesses. The game should end after a</a:t>
            </a:r>
          </a:p>
          <a:p>
            <a:pPr marL="0" indent="0" rtl="0">
              <a:buNone/>
            </a:pPr>
            <a:r>
              <a:rPr lang="en-US" sz="2400" dirty="0">
                <a:effectLst/>
                <a:latin typeface="Times New Roman" panose="02020603050405020304" pitchFamily="18" charset="0"/>
                <a:cs typeface="Times New Roman" panose="02020603050405020304" pitchFamily="18" charset="0"/>
              </a:rPr>
              <a:t> set time limit, displaying the player's final score. The game should also reset after</a:t>
            </a:r>
          </a:p>
          <a:p>
            <a:pPr marL="0" indent="0" rtl="0">
              <a:buNone/>
            </a:pPr>
            <a:r>
              <a:rPr lang="en-US" sz="2400" dirty="0">
                <a:effectLst/>
                <a:latin typeface="Times New Roman" panose="02020603050405020304" pitchFamily="18" charset="0"/>
                <a:cs typeface="Times New Roman" panose="02020603050405020304" pitchFamily="18" charset="0"/>
              </a:rPr>
              <a:t> the timer runs out.</a:t>
            </a:r>
          </a:p>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a:p>
            <a:pPr algn="just"/>
            <a:endParaRPr lang="en-US" dirty="0"/>
          </a:p>
          <a:p>
            <a:endParaRPr lang="en-US" dirty="0"/>
          </a:p>
          <a:p>
            <a:endParaRPr lang="en-US" dirty="0"/>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5</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2"/>
          </a:solidFill>
        </p:spPr>
        <p:txBody>
          <a:bodyPr/>
          <a:lstStyle/>
          <a:p>
            <a:r>
              <a:rPr lang="en-US"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LIMITATIONS IN EXISTING SYSTEM</a:t>
            </a:r>
            <a:endParaRPr lang="en-IN" sz="36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6</a:t>
            </a:fld>
            <a:endParaRPr lang="en-US" sz="2000" b="1" dirty="0">
              <a:latin typeface="Aparajita" panose="02020603050405020304" pitchFamily="18" charset="0"/>
              <a:cs typeface="Aparajita" panose="02020603050405020304" pitchFamily="18" charset="0"/>
            </a:endParaRPr>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Limited Difficulty/Progression:</a:t>
            </a:r>
            <a:r>
              <a:rPr lang="en-US" dirty="0">
                <a:latin typeface="Times New Roman" panose="02020603050405020304" pitchFamily="18" charset="0"/>
                <a:cs typeface="Times New Roman" panose="02020603050405020304" pitchFamily="18" charset="0"/>
              </a:rPr>
              <a:t> The game's difficulty remains constant. There's no increase in speed, number of emojis, or other mechanics to challenge the player as they progress.</a:t>
            </a:r>
            <a:r>
              <a:rPr lang="en-US" b="1" dirty="0">
                <a:latin typeface="Times New Roman" panose="02020603050405020304" pitchFamily="18" charset="0"/>
                <a:cs typeface="Times New Roman" panose="02020603050405020304" pitchFamily="18" charset="0"/>
              </a:rPr>
              <a:t> </a:t>
            </a:r>
          </a:p>
          <a:p>
            <a:r>
              <a:rPr lang="en-US" altLang="en-US" b="1" dirty="0">
                <a:latin typeface="Times New Roman" panose="02020603050405020304" pitchFamily="18" charset="0"/>
                <a:cs typeface="Times New Roman" panose="02020603050405020304" pitchFamily="18" charset="0"/>
              </a:rPr>
              <a:t>Lack of Responsiveness:</a:t>
            </a:r>
            <a:r>
              <a:rPr lang="en-US" altLang="en-US" dirty="0">
                <a:latin typeface="Times New Roman" panose="02020603050405020304" pitchFamily="18" charset="0"/>
                <a:cs typeface="Times New Roman" panose="02020603050405020304" pitchFamily="18" charset="0"/>
              </a:rPr>
              <a:t> While the grid has a max-width, it might not adapt perfectly to all screen sizes, especially mobile devices. More robust responsive design techniques (like media queries) would improve the experience on different devices.</a:t>
            </a:r>
          </a:p>
          <a:p>
            <a:r>
              <a:rPr lang="en-US" b="1" dirty="0">
                <a:latin typeface="Times New Roman" panose="02020603050405020304" pitchFamily="18" charset="0"/>
                <a:cs typeface="Times New Roman" panose="02020603050405020304" pitchFamily="18" charset="0"/>
              </a:rPr>
              <a:t>No High Score/Persistence:</a:t>
            </a:r>
            <a:r>
              <a:rPr lang="en-US" dirty="0">
                <a:latin typeface="Times New Roman" panose="02020603050405020304" pitchFamily="18" charset="0"/>
                <a:cs typeface="Times New Roman" panose="02020603050405020304" pitchFamily="18" charset="0"/>
              </a:rPr>
              <a:t> The game doesn't store or display high scores. There's no way to track player progress over multiple sessions</a:t>
            </a:r>
            <a:r>
              <a:rPr lang="en-US" dirty="0"/>
              <a:t>.</a:t>
            </a:r>
          </a:p>
          <a:p>
            <a:endParaRPr lang="en-IN" dirty="0"/>
          </a:p>
        </p:txBody>
      </p:sp>
      <p:sp>
        <p:nvSpPr>
          <p:cNvPr id="7"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a:ln>
                  <a:noFill/>
                </a:ln>
                <a:solidFill>
                  <a:schemeClr val="tx1"/>
                </a:solidFill>
                <a:effectLst/>
                <a:latin typeface="Arial" panose="020B0604020202020204" pitchFamily="34" charset="0"/>
              </a:rPr>
              <a:t>No High Score/Persistence:</a:t>
            </a:r>
            <a:r>
              <a:rPr kumimoji="0" lang="en-US" altLang="en-US" sz="1800" b="0" i="0" u="none" strike="noStrike" cap="none" normalizeH="0" baseline="0">
                <a:ln>
                  <a:noFill/>
                </a:ln>
                <a:solidFill>
                  <a:schemeClr val="tx1"/>
                </a:solidFill>
                <a:effectLst/>
                <a:latin typeface="Arial" panose="020B0604020202020204" pitchFamily="34" charset="0"/>
              </a:rPr>
              <a:t> The game doesn't store or display high scores. There's no way to track player progress over multiple sessions. </a:t>
            </a: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39970"/>
            <a:ext cx="12192000" cy="895068"/>
          </a:xfrm>
        </p:spPr>
        <p:txBody>
          <a:bodyPr>
            <a:normAutofit fontScale="90000"/>
          </a:bodyPr>
          <a:lstStyle/>
          <a:p>
            <a:pPr marL="0" indent="0"/>
            <a:r>
              <a:rPr lang="en-US" sz="3600" b="1" dirty="0">
                <a:latin typeface="Times New Roman" panose="02020603050405020304" pitchFamily="18" charset="0"/>
                <a:cs typeface="Times New Roman" panose="02020603050405020304" pitchFamily="18" charset="0"/>
              </a:rPr>
              <a:t>PROPOSED METHODOLOGY/ ARCHITECTURE </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 [</a:t>
            </a:r>
            <a:r>
              <a:rPr lang="en-IN" altLang="en-US" sz="3600" dirty="0">
                <a:latin typeface="Times New Roman" panose="02020603050405020304" pitchFamily="18" charset="0"/>
                <a:cs typeface="Times New Roman" panose="02020603050405020304" pitchFamily="18" charset="0"/>
              </a:rPr>
              <a:t>Work Flow Diagram ]</a:t>
            </a:r>
            <a:br>
              <a:rPr lang="en-IN" altLang="en-US" sz="3600"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7</a:t>
            </a:fld>
            <a:endParaRPr lang="en-US" sz="2000" b="1" dirty="0">
              <a:latin typeface="Aparajita" panose="02020603050405020304" pitchFamily="18" charset="0"/>
              <a:cs typeface="Aparajita" panose="02020603050405020304" pitchFamily="18" charset="0"/>
            </a:endParaRPr>
          </a:p>
        </p:txBody>
      </p:sp>
      <p:sp>
        <p:nvSpPr>
          <p:cNvPr id="7" name="Rectangle 6"/>
          <p:cNvSpPr/>
          <p:nvPr/>
        </p:nvSpPr>
        <p:spPr>
          <a:xfrm>
            <a:off x="2353587" y="1256206"/>
            <a:ext cx="1892410" cy="461175"/>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Start Game </a:t>
            </a:r>
          </a:p>
        </p:txBody>
      </p:sp>
      <p:sp>
        <p:nvSpPr>
          <p:cNvPr id="10" name="Content Placeholder 9"/>
          <p:cNvSpPr>
            <a:spLocks noGrp="1"/>
          </p:cNvSpPr>
          <p:nvPr>
            <p:ph idx="1"/>
          </p:nvPr>
        </p:nvSpPr>
        <p:spPr>
          <a:xfrm>
            <a:off x="2353587" y="2186609"/>
            <a:ext cx="1892410" cy="906448"/>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60000" lnSpcReduction="20000"/>
          </a:bodyPr>
          <a:lstStyle/>
          <a:p>
            <a:pPr marL="0" indent="0" algn="ctr">
              <a:buNone/>
            </a:pPr>
            <a:r>
              <a:rPr lang="en-IN" dirty="0"/>
              <a:t> Randomize Emoji(Choose a random square to hide)</a:t>
            </a:r>
          </a:p>
        </p:txBody>
      </p:sp>
      <p:sp>
        <p:nvSpPr>
          <p:cNvPr id="11" name="Rectangle 10"/>
          <p:cNvSpPr/>
          <p:nvPr/>
        </p:nvSpPr>
        <p:spPr>
          <a:xfrm>
            <a:off x="2353587" y="3535743"/>
            <a:ext cx="1892410" cy="5804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Wait for User</a:t>
            </a:r>
          </a:p>
          <a:p>
            <a:pPr algn="ctr"/>
            <a:r>
              <a:rPr lang="en-IN" dirty="0"/>
              <a:t>Input (Click)</a:t>
            </a:r>
          </a:p>
        </p:txBody>
      </p:sp>
      <p:sp>
        <p:nvSpPr>
          <p:cNvPr id="12" name="Arrow: Down 11"/>
          <p:cNvSpPr/>
          <p:nvPr/>
        </p:nvSpPr>
        <p:spPr>
          <a:xfrm>
            <a:off x="3232204" y="1735964"/>
            <a:ext cx="135173" cy="43205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Arrow: Down 12"/>
          <p:cNvSpPr/>
          <p:nvPr/>
        </p:nvSpPr>
        <p:spPr>
          <a:xfrm>
            <a:off x="3232205" y="3111642"/>
            <a:ext cx="135173" cy="40551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2353587" y="4521703"/>
            <a:ext cx="1892410" cy="8905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Reveal Square                                        (Check if square                                        has emoji) </a:t>
            </a:r>
            <a:endParaRPr lang="en-IN" dirty="0"/>
          </a:p>
        </p:txBody>
      </p:sp>
      <p:sp>
        <p:nvSpPr>
          <p:cNvPr id="15" name="Arrow: Down 14"/>
          <p:cNvSpPr/>
          <p:nvPr/>
        </p:nvSpPr>
        <p:spPr>
          <a:xfrm>
            <a:off x="3232205" y="4134772"/>
            <a:ext cx="135173" cy="36834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2353587" y="5830929"/>
            <a:ext cx="1892410" cy="8905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Yes: Reveal Emoji                                  No: Sho</a:t>
            </a:r>
            <a:r>
              <a:rPr lang="en-IN" altLang="en-US" dirty="0"/>
              <a:t>w</a:t>
            </a:r>
            <a:r>
              <a:rPr lang="en-US" dirty="0"/>
              <a:t> Wrong                                      Attempt </a:t>
            </a:r>
            <a:endParaRPr lang="en-IN" dirty="0"/>
          </a:p>
        </p:txBody>
      </p:sp>
      <p:sp>
        <p:nvSpPr>
          <p:cNvPr id="17" name="Arrow: Down 16"/>
          <p:cNvSpPr/>
          <p:nvPr/>
        </p:nvSpPr>
        <p:spPr>
          <a:xfrm>
            <a:off x="3232204" y="5412249"/>
            <a:ext cx="135173" cy="36834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p:cNvSpPr/>
          <p:nvPr/>
        </p:nvSpPr>
        <p:spPr>
          <a:xfrm>
            <a:off x="5034502" y="5838878"/>
            <a:ext cx="1892410" cy="8825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Update Score                                            (Increment score)</a:t>
            </a:r>
            <a:endParaRPr lang="en-IN" dirty="0"/>
          </a:p>
        </p:txBody>
      </p:sp>
      <p:sp>
        <p:nvSpPr>
          <p:cNvPr id="3" name="Rectangle 17"/>
          <p:cNvSpPr/>
          <p:nvPr/>
        </p:nvSpPr>
        <p:spPr>
          <a:xfrm>
            <a:off x="5037677" y="4541573"/>
            <a:ext cx="1892410" cy="8825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dirty="0"/>
              <a:t>Reset Square                                            (Hide emoji)</a:t>
            </a:r>
            <a:endParaRPr lang="en-IN" altLang="en-US" dirty="0"/>
          </a:p>
        </p:txBody>
      </p:sp>
      <p:sp>
        <p:nvSpPr>
          <p:cNvPr id="4" name="Up Arrow 3"/>
          <p:cNvSpPr/>
          <p:nvPr/>
        </p:nvSpPr>
        <p:spPr>
          <a:xfrm>
            <a:off x="5919470" y="5420995"/>
            <a:ext cx="125730" cy="382905"/>
          </a:xfrm>
          <a:prstGeom prst="upArrow">
            <a:avLst>
              <a:gd name="adj1" fmla="val 34343"/>
              <a:gd name="adj2" fmla="val 50000"/>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8" name="Up Arrow 7"/>
          <p:cNvSpPr/>
          <p:nvPr/>
        </p:nvSpPr>
        <p:spPr>
          <a:xfrm>
            <a:off x="5920740" y="4293704"/>
            <a:ext cx="123825" cy="212891"/>
          </a:xfrm>
          <a:prstGeom prst="upArrow">
            <a:avLst>
              <a:gd name="adj1" fmla="val 34343"/>
              <a:gd name="adj2" fmla="val 50000"/>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1" name="Up Arrow 20"/>
          <p:cNvSpPr/>
          <p:nvPr/>
        </p:nvSpPr>
        <p:spPr>
          <a:xfrm>
            <a:off x="5915631" y="2776500"/>
            <a:ext cx="125095" cy="363220"/>
          </a:xfrm>
          <a:prstGeom prst="upArrow">
            <a:avLst>
              <a:gd name="adj1" fmla="val 34343"/>
              <a:gd name="adj2" fmla="val 188324"/>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dirty="0"/>
          </a:p>
        </p:txBody>
      </p:sp>
      <p:sp>
        <p:nvSpPr>
          <p:cNvPr id="23" name="Rectangles 22"/>
          <p:cNvSpPr/>
          <p:nvPr/>
        </p:nvSpPr>
        <p:spPr>
          <a:xfrm>
            <a:off x="4936460" y="1814512"/>
            <a:ext cx="2083435" cy="92265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a:t>End Game                                              (Display final score)</a:t>
            </a:r>
            <a:endParaRPr lang="en-US"/>
          </a:p>
        </p:txBody>
      </p:sp>
      <p:sp>
        <p:nvSpPr>
          <p:cNvPr id="25" name="Right Arrow 24"/>
          <p:cNvSpPr/>
          <p:nvPr/>
        </p:nvSpPr>
        <p:spPr>
          <a:xfrm>
            <a:off x="4264025" y="6230620"/>
            <a:ext cx="752475" cy="18288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6" name="Right Arrow 25"/>
          <p:cNvSpPr/>
          <p:nvPr/>
        </p:nvSpPr>
        <p:spPr>
          <a:xfrm rot="10800000">
            <a:off x="4210745" y="3636842"/>
            <a:ext cx="567344" cy="167398"/>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7" name="Diamond 26"/>
          <p:cNvSpPr/>
          <p:nvPr/>
        </p:nvSpPr>
        <p:spPr>
          <a:xfrm>
            <a:off x="4742837" y="3147379"/>
            <a:ext cx="2475740" cy="1146324"/>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400" dirty="0"/>
              <a:t>Countdown</a:t>
            </a:r>
          </a:p>
          <a:p>
            <a:pPr algn="ctr"/>
            <a:r>
              <a:rPr lang="en-US" altLang="en-US" sz="1400" dirty="0"/>
              <a:t>Timer                                (Decrement time)</a:t>
            </a:r>
            <a:endParaRPr lang="en-IN" sz="1400" dirty="0"/>
          </a:p>
        </p:txBody>
      </p:sp>
      <p:sp>
        <p:nvSpPr>
          <p:cNvPr id="28" name="TextBox 27"/>
          <p:cNvSpPr txBox="1"/>
          <p:nvPr/>
        </p:nvSpPr>
        <p:spPr>
          <a:xfrm>
            <a:off x="6040726" y="2787164"/>
            <a:ext cx="659958" cy="369332"/>
          </a:xfrm>
          <a:prstGeom prst="rect">
            <a:avLst/>
          </a:prstGeom>
          <a:noFill/>
        </p:spPr>
        <p:txBody>
          <a:bodyPr wrap="square" rtlCol="0">
            <a:spAutoFit/>
          </a:bodyPr>
          <a:lstStyle/>
          <a:p>
            <a:r>
              <a:rPr lang="en-US" dirty="0"/>
              <a:t>=0</a:t>
            </a:r>
            <a:endParaRPr lang="en-IN" dirty="0"/>
          </a:p>
        </p:txBody>
      </p:sp>
      <p:sp>
        <p:nvSpPr>
          <p:cNvPr id="29" name="TextBox 28"/>
          <p:cNvSpPr txBox="1"/>
          <p:nvPr/>
        </p:nvSpPr>
        <p:spPr>
          <a:xfrm>
            <a:off x="4305902" y="3348317"/>
            <a:ext cx="667137" cy="369332"/>
          </a:xfrm>
          <a:prstGeom prst="rect">
            <a:avLst/>
          </a:prstGeom>
          <a:noFill/>
        </p:spPr>
        <p:txBody>
          <a:bodyPr wrap="square" rtlCol="0">
            <a:spAutoFit/>
          </a:bodyPr>
          <a:lstStyle/>
          <a:p>
            <a:r>
              <a:rPr lang="en-US" dirty="0"/>
              <a:t>&gt; 0</a:t>
            </a:r>
            <a:endParaRPr lang="en-IN" dirty="0"/>
          </a:p>
        </p:txBody>
      </p:sp>
      <p:pic>
        <p:nvPicPr>
          <p:cNvPr id="5" name="Picture 4"/>
          <p:cNvPicPr/>
          <p:nvPr/>
        </p:nvPicPr>
        <p:blipFill>
          <a:blip r:embed="rId2"/>
          <a:stretch>
            <a:fillRect/>
          </a:stretch>
        </p:blipFill>
        <p:spPr>
          <a:xfrm>
            <a:off x="7466330" y="1531620"/>
            <a:ext cx="1714500" cy="1714500"/>
          </a:xfrm>
          <a:prstGeom prst="rect">
            <a:avLst/>
          </a:prstGeom>
        </p:spPr>
      </p:pic>
      <p:pic>
        <p:nvPicPr>
          <p:cNvPr id="20" name="Picture 19"/>
          <p:cNvPicPr/>
          <p:nvPr/>
        </p:nvPicPr>
        <p:blipFill>
          <a:blip r:embed="rId3"/>
          <a:stretch>
            <a:fillRect/>
          </a:stretch>
        </p:blipFill>
        <p:spPr>
          <a:xfrm>
            <a:off x="10029190" y="1684020"/>
            <a:ext cx="1936750" cy="1409065"/>
          </a:xfrm>
          <a:prstGeom prst="rect">
            <a:avLst/>
          </a:prstGeom>
        </p:spPr>
      </p:pic>
      <p:pic>
        <p:nvPicPr>
          <p:cNvPr id="30" name="Picture 29"/>
          <p:cNvPicPr/>
          <p:nvPr/>
        </p:nvPicPr>
        <p:blipFill>
          <a:blip r:embed="rId4"/>
          <a:stretch>
            <a:fillRect/>
          </a:stretch>
        </p:blipFill>
        <p:spPr>
          <a:xfrm>
            <a:off x="8594090" y="4293870"/>
            <a:ext cx="2164715" cy="17983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altLang="en-US" sz="3200" b="1" dirty="0">
                <a:latin typeface="Times New Roman" panose="02020603050405020304" pitchFamily="18" charset="0"/>
                <a:cs typeface="Times New Roman" panose="02020603050405020304" pitchFamily="18" charset="0"/>
              </a:rPr>
              <a:t>PROPOSED METHODOLOGY  CONTD..</a:t>
            </a: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8</a:t>
            </a:fld>
            <a:endParaRPr lang="en-US" sz="2000" b="1" dirty="0">
              <a:latin typeface="Aparajita" panose="02020603050405020304" pitchFamily="18" charset="0"/>
              <a:cs typeface="Aparajita" panose="02020603050405020304" pitchFamily="18" charset="0"/>
            </a:endParaRPr>
          </a:p>
        </p:txBody>
      </p:sp>
      <p:sp>
        <p:nvSpPr>
          <p:cNvPr id="7" name="TextBox 6"/>
          <p:cNvSpPr txBox="1"/>
          <p:nvPr/>
        </p:nvSpPr>
        <p:spPr>
          <a:xfrm>
            <a:off x="5495827" y="6457361"/>
            <a:ext cx="2488676" cy="369332"/>
          </a:xfrm>
          <a:prstGeom prst="rect">
            <a:avLst/>
          </a:prstGeom>
          <a:noFill/>
        </p:spPr>
        <p:txBody>
          <a:bodyPr wrap="square" rtlCol="0">
            <a:spAutoFit/>
          </a:bodyPr>
          <a:lstStyle/>
          <a:p>
            <a:endParaRPr lang="en-IN" dirty="0"/>
          </a:p>
        </p:txBody>
      </p:sp>
      <p:sp>
        <p:nvSpPr>
          <p:cNvPr id="6" name="Content Placeholder 5"/>
          <p:cNvSpPr>
            <a:spLocks noGrp="1"/>
          </p:cNvSpPr>
          <p:nvPr>
            <p:ph sz="half" idx="1"/>
          </p:nvPr>
        </p:nvSpPr>
        <p:spPr>
          <a:xfrm>
            <a:off x="838199" y="1550504"/>
            <a:ext cx="10707095" cy="4626459"/>
          </a:xfrm>
        </p:spPr>
        <p:txBody>
          <a:bodyPr>
            <a:noAutofit/>
          </a:bodyPr>
          <a:lstStyle/>
          <a:p>
            <a:pPr marL="0" indent="0">
              <a:lnSpc>
                <a:spcPct val="100000"/>
              </a:lnSpc>
              <a:buNone/>
            </a:pPr>
            <a:r>
              <a:rPr lang="en-US" sz="1900" dirty="0">
                <a:latin typeface="Times New Roman" panose="02020603050405020304" pitchFamily="18" charset="0"/>
                <a:cs typeface="Times New Roman" panose="02020603050405020304" pitchFamily="18" charset="0"/>
              </a:rPr>
              <a:t>The "Emoji Catcher" game is a simple and engaging interactive experience where players click on</a:t>
            </a:r>
          </a:p>
          <a:p>
            <a:pPr marL="0" indent="0">
              <a:lnSpc>
                <a:spcPct val="100000"/>
              </a:lnSpc>
              <a:buNone/>
            </a:pPr>
            <a:r>
              <a:rPr lang="en-US" sz="1900" dirty="0">
                <a:latin typeface="Times New Roman" panose="02020603050405020304" pitchFamily="18" charset="0"/>
                <a:cs typeface="Times New Roman" panose="02020603050405020304" pitchFamily="18" charset="0"/>
              </a:rPr>
              <a:t>grid squares to find a hidden emoji. The interface consists of a score display, a timer, and a grid of</a:t>
            </a:r>
          </a:p>
          <a:p>
            <a:pPr marL="0" indent="0">
              <a:lnSpc>
                <a:spcPct val="100000"/>
              </a:lnSpc>
              <a:buNone/>
            </a:pPr>
            <a:r>
              <a:rPr lang="en-US" sz="1900" dirty="0">
                <a:latin typeface="Times New Roman" panose="02020603050405020304" pitchFamily="18" charset="0"/>
                <a:cs typeface="Times New Roman" panose="02020603050405020304" pitchFamily="18" charset="0"/>
              </a:rPr>
              <a:t>clickable squares, all styled for visual appeal and responsive interaction. The game randomly places an</a:t>
            </a:r>
          </a:p>
          <a:p>
            <a:pPr marL="0" indent="0">
              <a:lnSpc>
                <a:spcPct val="100000"/>
              </a:lnSpc>
              <a:buNone/>
            </a:pPr>
            <a:r>
              <a:rPr lang="en-US" sz="1900" dirty="0">
                <a:latin typeface="Times New Roman" panose="02020603050405020304" pitchFamily="18" charset="0"/>
                <a:cs typeface="Times New Roman" panose="02020603050405020304" pitchFamily="18" charset="0"/>
              </a:rPr>
              <a:t> emoji in one of the squares each round. Players earn points by correctly identifying the emoji, with</a:t>
            </a:r>
          </a:p>
          <a:p>
            <a:pPr marL="0" indent="0">
              <a:lnSpc>
                <a:spcPct val="100000"/>
              </a:lnSpc>
              <a:buNone/>
            </a:pPr>
            <a:r>
              <a:rPr lang="en-US" sz="1900" dirty="0">
                <a:latin typeface="Times New Roman" panose="02020603050405020304" pitchFamily="18" charset="0"/>
                <a:cs typeface="Times New Roman" panose="02020603050405020304" pitchFamily="18" charset="0"/>
              </a:rPr>
              <a:t> the grid resetting for the next round. Incorrect clicks show a brief "❌" indicator.</a:t>
            </a:r>
            <a:r>
              <a:rPr lang="en-IN" altLang="en-US" sz="190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 A countdown timer</a:t>
            </a:r>
            <a:r>
              <a:rPr lang="en-IN" altLang="en-US" sz="1900"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limits</a:t>
            </a:r>
          </a:p>
          <a:p>
            <a:pPr marL="0" indent="0">
              <a:lnSpc>
                <a:spcPct val="100000"/>
              </a:lnSpc>
              <a:buNone/>
            </a:pPr>
            <a:r>
              <a:rPr lang="en-US" sz="1900" dirty="0">
                <a:latin typeface="Times New Roman" panose="02020603050405020304" pitchFamily="18" charset="0"/>
                <a:cs typeface="Times New Roman" panose="02020603050405020304" pitchFamily="18" charset="0"/>
              </a:rPr>
              <a:t> the game duration, and the player’s final score is displayed once the timer reaches zero.</a:t>
            </a:r>
            <a:r>
              <a:rPr lang="en-IN" altLang="en-US" sz="1900">
                <a:latin typeface="Times New Roman" panose="02020603050405020304" pitchFamily="18" charset="0"/>
                <a:cs typeface="Times New Roman" panose="02020603050405020304" pitchFamily="18" charset="0"/>
              </a:rPr>
              <a:t> </a:t>
            </a:r>
          </a:p>
          <a:p>
            <a:pPr marL="0" indent="0" algn="l">
              <a:lnSpc>
                <a:spcPct val="150000"/>
              </a:lnSpc>
              <a:buNone/>
            </a:pPr>
            <a:r>
              <a:rPr lang="en-IN" altLang="en-US" sz="1900">
                <a:latin typeface="Times New Roman" panose="02020603050405020304" pitchFamily="18" charset="0"/>
                <a:cs typeface="Times New Roman" panose="02020603050405020304" pitchFamily="18" charset="0"/>
              </a:rPr>
              <a:t> </a:t>
            </a:r>
            <a:r>
              <a:rPr lang="en-US" altLang="en-US" sz="1900">
                <a:latin typeface="Times New Roman" panose="02020603050405020304" pitchFamily="18" charset="0"/>
                <a:cs typeface="Times New Roman" panose="02020603050405020304" pitchFamily="18" charset="0"/>
                <a:sym typeface="+mn-ea"/>
              </a:rPr>
              <a:t>The game initializes with the startGame function, which sets up event listeners, starts the timer, and randomizes the emoji position. It begins automatically on page load. While the game is straightforward, potential enhancements include adding difficulty levels, dynamic time adjustments, a leaderboard, multiple emojis, and sound effects to create a more challenging and immersive experience.</a:t>
            </a:r>
            <a:endParaRPr lang="en-US" altLang="en-US" sz="1900">
              <a:latin typeface="Times New Roman" panose="02020603050405020304" pitchFamily="18" charset="0"/>
              <a:cs typeface="Times New Roman" panose="02020603050405020304" pitchFamily="18" charset="0"/>
            </a:endParaRPr>
          </a:p>
          <a:p>
            <a:pPr marL="0" indent="0" algn="l">
              <a:lnSpc>
                <a:spcPct val="150000"/>
              </a:lnSpc>
              <a:buNone/>
            </a:pPr>
            <a:endParaRPr lang="en-US" altLang="en-US" sz="150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b="1" dirty="0">
                <a:latin typeface="Times New Roman" panose="02020603050405020304" pitchFamily="18" charset="0"/>
                <a:cs typeface="Times New Roman" panose="02020603050405020304" pitchFamily="18" charset="0"/>
              </a:rPr>
              <a:t>IMPLEMENTATION </a:t>
            </a:r>
            <a:r>
              <a:rPr lang="en-US" sz="3200" b="1">
                <a:latin typeface="Times New Roman" panose="02020603050405020304" pitchFamily="18" charset="0"/>
                <a:cs typeface="Times New Roman" panose="02020603050405020304" pitchFamily="18" charset="0"/>
              </a:rPr>
              <a:t>[ CODING Files </a:t>
            </a:r>
            <a:r>
              <a:rPr lang="en-US" sz="3200" b="1" dirty="0">
                <a:latin typeface="Times New Roman" panose="02020603050405020304" pitchFamily="18" charset="0"/>
                <a:cs typeface="Times New Roman" panose="02020603050405020304" pitchFamily="18" charset="0"/>
              </a:rPr>
              <a:t>]</a:t>
            </a:r>
          </a:p>
        </p:txBody>
      </p:sp>
      <p:sp>
        <p:nvSpPr>
          <p:cNvPr id="9" name="Content Placeholder 8"/>
          <p:cNvSpPr>
            <a:spLocks noGrp="1"/>
          </p:cNvSpPr>
          <p:nvPr>
            <p:ph sz="half" idx="1"/>
          </p:nvPr>
        </p:nvSpPr>
        <p:spPr>
          <a:xfrm>
            <a:off x="838200" y="1574800"/>
            <a:ext cx="8341360" cy="4602480"/>
          </a:xfrm>
        </p:spPr>
        <p:txBody>
          <a:bodyPr vert="horz" lIns="91440" tIns="45720" rIns="91440" bIns="45720" rtlCol="0" anchor="t">
            <a:noAutofit/>
          </a:bodyPr>
          <a:lstStyle/>
          <a:p>
            <a:pPr marL="0" indent="0">
              <a:lnSpc>
                <a:spcPct val="150000"/>
              </a:lnSpc>
              <a:buNone/>
            </a:pPr>
            <a:r>
              <a:rPr lang="en-US" altLang="en-US" sz="1900">
                <a:latin typeface="Times New Roman" panose="02020603050405020304" pitchFamily="18" charset="0"/>
                <a:cs typeface="Times New Roman" panose="02020603050405020304" pitchFamily="18" charset="0"/>
              </a:rPr>
              <a:t>The implementation begins with a simple HTML structure, including a div for the score, another for the timer, and a grid container for 10 squares. Each square is dynamically generated using a loop that creates div elements styled with basic dimensions and a border. The JavaScript manages game logic: a clickSquare function checks if the clicked square contains the emoji, increments the score if correct, and updates the score display. The randomize function clears previous emoji placements, selects a random square, and displays the emoji in it. A setInterval function manages the countdown timer, decreasing the time each second and updating the display. When the time reaches zero, it triggers an alert displaying the final score and ends the game. This concise structure keeps the code functional while minimizing complexity.</a:t>
            </a:r>
          </a:p>
        </p:txBody>
      </p:sp>
      <p:sp>
        <p:nvSpPr>
          <p:cNvPr id="4" name="Slide Number Placeholder 3"/>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9</a:t>
            </a:fld>
            <a:endParaRPr lang="en-US" sz="2000" b="1" dirty="0">
              <a:latin typeface="Aparajita" panose="02020603050405020304" pitchFamily="18" charset="0"/>
              <a:cs typeface="Aparajita" panose="02020603050405020304" pitchFamily="18" charset="0"/>
            </a:endParaRPr>
          </a:p>
        </p:txBody>
      </p:sp>
      <p:pic>
        <p:nvPicPr>
          <p:cNvPr id="6" name="Content Placeholder 5" descr="doc">
            <a:hlinkClick r:id="rId2"/>
          </p:cNvPr>
          <p:cNvPicPr>
            <a:picLocks noGrp="1" noChangeAspect="1"/>
          </p:cNvPicPr>
          <p:nvPr>
            <p:ph sz="half" idx="2"/>
          </p:nvPr>
        </p:nvPicPr>
        <p:blipFill>
          <a:blip r:embed="rId3"/>
          <a:stretch>
            <a:fillRect/>
          </a:stretch>
        </p:blipFill>
        <p:spPr>
          <a:xfrm>
            <a:off x="9299575" y="2172970"/>
            <a:ext cx="1714500" cy="1714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OUTPUT SCREENSHOTS </a:t>
            </a:r>
          </a:p>
        </p:txBody>
      </p:sp>
      <p:pic>
        <p:nvPicPr>
          <p:cNvPr id="5" name="Content Placeholder 4" descr="Screenshot 2024-12-05 151040"/>
          <p:cNvPicPr>
            <a:picLocks noGrp="1" noChangeAspect="1"/>
          </p:cNvPicPr>
          <p:nvPr>
            <p:ph sz="half" idx="1"/>
          </p:nvPr>
        </p:nvPicPr>
        <p:blipFill>
          <a:blip r:embed="rId2"/>
          <a:stretch>
            <a:fillRect/>
          </a:stretch>
        </p:blipFill>
        <p:spPr>
          <a:xfrm>
            <a:off x="1250950" y="1517015"/>
            <a:ext cx="10228580" cy="4839335"/>
          </a:xfrm>
          <a:prstGeom prst="rect">
            <a:avLst/>
          </a:prstGeom>
        </p:spPr>
      </p:pic>
      <p:sp>
        <p:nvSpPr>
          <p:cNvPr id="6" name="Slide Number Placeholder 5"/>
          <p:cNvSpPr>
            <a:spLocks noGrp="1"/>
          </p:cNvSpPr>
          <p:nvPr>
            <p:ph type="sldNum" sz="quarter" idx="12"/>
          </p:nvPr>
        </p:nvSpPr>
        <p:spPr/>
        <p:txBody>
          <a:bodyPr/>
          <a:lstStyle/>
          <a:p>
            <a:fld id="{330EA680-D336-4FF7-8B7A-9848BB0A1C32}"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OUTPUT SCREENSHOTS </a:t>
            </a:r>
          </a:p>
        </p:txBody>
      </p:sp>
      <p:pic>
        <p:nvPicPr>
          <p:cNvPr id="5" name="Content Placeholder 4" descr="Screenshot 2024-12-05 151123"/>
          <p:cNvPicPr>
            <a:picLocks noGrp="1" noChangeAspect="1"/>
          </p:cNvPicPr>
          <p:nvPr>
            <p:ph sz="half" idx="1"/>
          </p:nvPr>
        </p:nvPicPr>
        <p:blipFill>
          <a:blip r:embed="rId2"/>
          <a:stretch>
            <a:fillRect/>
          </a:stretch>
        </p:blipFill>
        <p:spPr>
          <a:xfrm>
            <a:off x="1428115" y="1691005"/>
            <a:ext cx="9585325" cy="4486275"/>
          </a:xfrm>
          <a:prstGeom prst="rect">
            <a:avLst/>
          </a:prstGeom>
        </p:spPr>
      </p:pic>
      <p:sp>
        <p:nvSpPr>
          <p:cNvPr id="6" name="Slide Number Placeholder 5"/>
          <p:cNvSpPr>
            <a:spLocks noGrp="1"/>
          </p:cNvSpPr>
          <p:nvPr>
            <p:ph type="sldNum" sz="quarter" idx="12"/>
          </p:nvPr>
        </p:nvSpPr>
        <p:spPr/>
        <p:txBody>
          <a:bodyPr/>
          <a:lstStyle/>
          <a:p>
            <a:fld id="{330EA680-D336-4FF7-8B7A-9848BB0A1C32}"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OUTPUT SCREENSHOTS </a:t>
            </a:r>
          </a:p>
        </p:txBody>
      </p:sp>
      <p:sp>
        <p:nvSpPr>
          <p:cNvPr id="6" name="Slide Number Placeholder 5"/>
          <p:cNvSpPr>
            <a:spLocks noGrp="1"/>
          </p:cNvSpPr>
          <p:nvPr>
            <p:ph type="sldNum" sz="quarter" idx="12"/>
          </p:nvPr>
        </p:nvSpPr>
        <p:spPr/>
        <p:txBody>
          <a:bodyPr/>
          <a:lstStyle/>
          <a:p>
            <a:fld id="{330EA680-D336-4FF7-8B7A-9848BB0A1C32}" type="slidenum">
              <a:rPr lang="en-US" smtClean="0"/>
              <a:t>12</a:t>
            </a:fld>
            <a:endParaRPr lang="en-US"/>
          </a:p>
        </p:txBody>
      </p:sp>
      <p:pic>
        <p:nvPicPr>
          <p:cNvPr id="8" name="Content Placeholder 7" descr="Screenshot 2024-12-05 151555"/>
          <p:cNvPicPr>
            <a:picLocks noGrp="1" noChangeAspect="1"/>
          </p:cNvPicPr>
          <p:nvPr>
            <p:ph sz="half" idx="1"/>
          </p:nvPr>
        </p:nvPicPr>
        <p:blipFill>
          <a:blip r:embed="rId2"/>
          <a:stretch>
            <a:fillRect/>
          </a:stretch>
        </p:blipFill>
        <p:spPr>
          <a:xfrm>
            <a:off x="838200" y="1449070"/>
            <a:ext cx="10756900" cy="46412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CONCLUSION</a:t>
            </a:r>
          </a:p>
        </p:txBody>
      </p:sp>
      <p:sp>
        <p:nvSpPr>
          <p:cNvPr id="3" name="Content Placeholder 2"/>
          <p:cNvSpPr>
            <a:spLocks noGrp="1"/>
          </p:cNvSpPr>
          <p:nvPr>
            <p:ph sz="half" idx="1"/>
          </p:nvPr>
        </p:nvSpPr>
        <p:spPr>
          <a:xfrm>
            <a:off x="838200" y="1825625"/>
            <a:ext cx="10805160" cy="4351655"/>
          </a:xfrm>
        </p:spPr>
        <p:txBody>
          <a:bodyPr/>
          <a:lstStyle/>
          <a:p>
            <a:pPr marL="0" indent="0">
              <a:buNone/>
            </a:pPr>
            <a:r>
              <a:rPr lang="en-US" altLang="en-US" sz="2400">
                <a:latin typeface="Times New Roman" panose="02020603050405020304" pitchFamily="18" charset="0"/>
                <a:cs typeface="Times New Roman" panose="02020603050405020304" pitchFamily="18" charset="0"/>
              </a:rPr>
              <a:t>In conclusion, the provided code implements a simple and interactive "Emoji Catcher"</a:t>
            </a:r>
          </a:p>
          <a:p>
            <a:pPr marL="0" indent="0">
              <a:buNone/>
            </a:pPr>
            <a:r>
              <a:rPr lang="en-US" altLang="en-US" sz="2400">
                <a:latin typeface="Times New Roman" panose="02020603050405020304" pitchFamily="18" charset="0"/>
                <a:cs typeface="Times New Roman" panose="02020603050405020304" pitchFamily="18" charset="0"/>
              </a:rPr>
              <a:t> game using HTML, CSS, and JavaScript. It generates a grid of clickable squares</a:t>
            </a:r>
          </a:p>
          <a:p>
            <a:pPr marL="0" indent="0">
              <a:buNone/>
            </a:pPr>
            <a:r>
              <a:rPr lang="en-US" altLang="en-US" sz="2400">
                <a:latin typeface="Times New Roman" panose="02020603050405020304" pitchFamily="18" charset="0"/>
                <a:cs typeface="Times New Roman" panose="02020603050405020304" pitchFamily="18" charset="0"/>
              </a:rPr>
              <a:t> where a random square displays an emoji, and the player must click on the correct</a:t>
            </a:r>
          </a:p>
          <a:p>
            <a:pPr marL="0" indent="0">
              <a:buNone/>
            </a:pPr>
            <a:r>
              <a:rPr lang="en-US" altLang="en-US" sz="2400">
                <a:latin typeface="Times New Roman" panose="02020603050405020304" pitchFamily="18" charset="0"/>
                <a:cs typeface="Times New Roman" panose="02020603050405020304" pitchFamily="18" charset="0"/>
              </a:rPr>
              <a:t> square to</a:t>
            </a:r>
            <a:r>
              <a:rPr lang="en-IN" altLang="en-US" sz="2400">
                <a:latin typeface="Times New Roman" panose="02020603050405020304" pitchFamily="18" charset="0"/>
                <a:cs typeface="Times New Roman" panose="02020603050405020304" pitchFamily="18" charset="0"/>
              </a:rPr>
              <a:t> </a:t>
            </a:r>
            <a:r>
              <a:rPr lang="en-US" altLang="en-US" sz="2400">
                <a:latin typeface="Times New Roman" panose="02020603050405020304" pitchFamily="18" charset="0"/>
                <a:cs typeface="Times New Roman" panose="02020603050405020304" pitchFamily="18" charset="0"/>
              </a:rPr>
              <a:t>earn points. The game includes a countdown timer that ends the game when</a:t>
            </a:r>
          </a:p>
          <a:p>
            <a:pPr marL="0" indent="0">
              <a:buNone/>
            </a:pPr>
            <a:r>
              <a:rPr lang="en-US" altLang="en-US" sz="2400">
                <a:latin typeface="Times New Roman" panose="02020603050405020304" pitchFamily="18" charset="0"/>
                <a:cs typeface="Times New Roman" panose="02020603050405020304" pitchFamily="18" charset="0"/>
              </a:rPr>
              <a:t> time runs out, displaying the final score. By combining basic DOM manipulation,</a:t>
            </a:r>
          </a:p>
          <a:p>
            <a:pPr marL="0" indent="0">
              <a:buNone/>
            </a:pPr>
            <a:r>
              <a:rPr lang="en-IN" altLang="en-US" sz="2400">
                <a:latin typeface="Times New Roman" panose="02020603050405020304" pitchFamily="18" charset="0"/>
                <a:cs typeface="Times New Roman" panose="02020603050405020304" pitchFamily="18" charset="0"/>
              </a:rPr>
              <a:t> </a:t>
            </a:r>
            <a:r>
              <a:rPr lang="en-US" altLang="en-US" sz="2400">
                <a:latin typeface="Times New Roman" panose="02020603050405020304" pitchFamily="18" charset="0"/>
                <a:cs typeface="Times New Roman" panose="02020603050405020304" pitchFamily="18" charset="0"/>
              </a:rPr>
              <a:t>event handling, and timers, the game offers a fun and engaging user experience with </a:t>
            </a:r>
          </a:p>
          <a:p>
            <a:pPr marL="0" indent="0">
              <a:buNone/>
            </a:pPr>
            <a:r>
              <a:rPr lang="en-IN" altLang="en-US" sz="2400">
                <a:latin typeface="Times New Roman" panose="02020603050405020304" pitchFamily="18" charset="0"/>
                <a:cs typeface="Times New Roman" panose="02020603050405020304" pitchFamily="18" charset="0"/>
              </a:rPr>
              <a:t> </a:t>
            </a:r>
            <a:r>
              <a:rPr lang="en-US" altLang="en-US" sz="2400">
                <a:latin typeface="Times New Roman" panose="02020603050405020304" pitchFamily="18" charset="0"/>
                <a:cs typeface="Times New Roman" panose="02020603050405020304" pitchFamily="18" charset="0"/>
              </a:rPr>
              <a:t>minimal code. This implementation demonstrates how to create a simple yet </a:t>
            </a:r>
          </a:p>
          <a:p>
            <a:pPr marL="0" indent="0">
              <a:buNone/>
            </a:pPr>
            <a:r>
              <a:rPr lang="en-IN" altLang="en-US" sz="2400">
                <a:latin typeface="Times New Roman" panose="02020603050405020304" pitchFamily="18" charset="0"/>
                <a:cs typeface="Times New Roman" panose="02020603050405020304" pitchFamily="18" charset="0"/>
              </a:rPr>
              <a:t> </a:t>
            </a:r>
            <a:r>
              <a:rPr lang="en-US" altLang="en-US" sz="2400">
                <a:latin typeface="Times New Roman" panose="02020603050405020304" pitchFamily="18" charset="0"/>
                <a:cs typeface="Times New Roman" panose="02020603050405020304" pitchFamily="18" charset="0"/>
              </a:rPr>
              <a:t>functional game while keeping the code concise and efficient.</a:t>
            </a:r>
          </a:p>
        </p:txBody>
      </p:sp>
      <p:sp>
        <p:nvSpPr>
          <p:cNvPr id="6" name="Slide Number Placeholder 5"/>
          <p:cNvSpPr>
            <a:spLocks noGrp="1"/>
          </p:cNvSpPr>
          <p:nvPr>
            <p:ph type="sldNum" sz="quarter" idx="12"/>
          </p:nvPr>
        </p:nvSpPr>
        <p:spPr/>
        <p:txBody>
          <a:bodyPr/>
          <a:lstStyle/>
          <a:p>
            <a:fld id="{330EA680-D336-4FF7-8B7A-9848BB0A1C32}"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b="1"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608965" y="1406525"/>
            <a:ext cx="10744835" cy="4770755"/>
          </a:xfrm>
        </p:spPr>
        <p:txBody>
          <a:bodyPr vert="horz" lIns="91440" tIns="45720" rIns="91440" bIns="45720" rtlCol="0" anchor="t">
            <a:noAutofit/>
          </a:bodyPr>
          <a:lstStyle/>
          <a:p>
            <a:pPr marL="0" indent="0">
              <a:lnSpc>
                <a:spcPct val="150000"/>
              </a:lnSpc>
              <a:buNone/>
            </a:pPr>
            <a:r>
              <a:rPr lang="en-US" altLang="en-US" sz="2000" b="1">
                <a:latin typeface="Times New Roman" panose="02020603050405020304" pitchFamily="18" charset="0"/>
                <a:cs typeface="Times New Roman" panose="02020603050405020304" pitchFamily="18" charset="0"/>
              </a:rPr>
              <a:t>LINKS</a:t>
            </a:r>
          </a:p>
          <a:p>
            <a:pPr marL="0" indent="0">
              <a:lnSpc>
                <a:spcPct val="150000"/>
              </a:lnSpc>
              <a:buNone/>
            </a:pPr>
            <a:r>
              <a:rPr lang="en-US" altLang="en-US" sz="2000">
                <a:latin typeface="Times New Roman" panose="02020603050405020304" pitchFamily="18" charset="0"/>
                <a:cs typeface="Times New Roman" panose="02020603050405020304" pitchFamily="18" charset="0"/>
              </a:rPr>
              <a:t>1. Emoji Game Catcher:https://codewithcurious.com/projects/emoji-catcher-game-using- html-css-and-javascript/</a:t>
            </a:r>
          </a:p>
          <a:p>
            <a:pPr marL="0" indent="0">
              <a:lnSpc>
                <a:spcPct val="150000"/>
              </a:lnSpc>
              <a:buNone/>
            </a:pPr>
            <a:r>
              <a:rPr lang="en-US" altLang="en-US" sz="2000">
                <a:latin typeface="Times New Roman" panose="02020603050405020304" pitchFamily="18" charset="0"/>
                <a:cs typeface="Times New Roman" panose="02020603050405020304" pitchFamily="18" charset="0"/>
              </a:rPr>
              <a:t>2.JavaScript:https://www.youtube.com/watch?v=NHNqHSoU50c&amp;list=PLkusOHO_VvuC5im0DL62_FXPHdfE3GWjd</a:t>
            </a:r>
          </a:p>
          <a:p>
            <a:pPr marL="0" indent="0">
              <a:lnSpc>
                <a:spcPct val="150000"/>
              </a:lnSpc>
              <a:buNone/>
            </a:pPr>
            <a:r>
              <a:rPr lang="en-US" altLang="en-US" sz="2000" b="1">
                <a:latin typeface="Times New Roman" panose="02020603050405020304" pitchFamily="18" charset="0"/>
                <a:cs typeface="Times New Roman" panose="02020603050405020304" pitchFamily="18" charset="0"/>
              </a:rPr>
              <a:t>BOOKS:</a:t>
            </a:r>
          </a:p>
          <a:p>
            <a:pPr marL="0" indent="0">
              <a:lnSpc>
                <a:spcPct val="150000"/>
              </a:lnSpc>
              <a:buNone/>
            </a:pPr>
            <a:r>
              <a:rPr lang="en-US" altLang="en-US" sz="2000">
                <a:latin typeface="Times New Roman" panose="02020603050405020304" pitchFamily="18" charset="0"/>
                <a:cs typeface="Times New Roman" panose="02020603050405020304" pitchFamily="18" charset="0"/>
              </a:rPr>
              <a:t>HTML AND CSS:Design and build websites-by Jon Duckett</a:t>
            </a: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14</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marL="0" indent="0" algn="ctr">
              <a:buNone/>
            </a:pPr>
            <a:endParaRPr lang="en-US" sz="6000" dirty="0">
              <a:latin typeface="Aparajita" panose="02020603050405020304" pitchFamily="18" charset="0"/>
              <a:cs typeface="Aparajita" panose="02020603050405020304" pitchFamily="18" charset="0"/>
            </a:endParaRPr>
          </a:p>
          <a:p>
            <a:pPr marL="0" indent="0" algn="ctr">
              <a:buNone/>
            </a:pPr>
            <a:r>
              <a:rPr lang="en-US" sz="6000" dirty="0">
                <a:latin typeface="Aparajita" panose="02020603050405020304" pitchFamily="18" charset="0"/>
                <a:cs typeface="Aparajita" panose="02020603050405020304" pitchFamily="18" charset="0"/>
              </a:rPr>
              <a:t>Thank You Sir/Mam</a:t>
            </a:r>
          </a:p>
        </p:txBody>
      </p:sp>
      <p:sp>
        <p:nvSpPr>
          <p:cNvPr id="5" name="Slide Number Placeholder 4"/>
          <p:cNvSpPr>
            <a:spLocks noGrp="1"/>
          </p:cNvSpPr>
          <p:nvPr>
            <p:ph type="sldNum" sz="quarter" idx="12"/>
          </p:nvPr>
        </p:nvSpPr>
        <p:spPr/>
        <p:txBody>
          <a:bodyPr/>
          <a:lstStyle/>
          <a:p>
            <a:fld id="{330EA680-D336-4FF7-8B7A-9848BB0A1C32}" type="slidenum">
              <a:rPr lang="en-US" sz="2000" b="1" smtClean="0">
                <a:latin typeface="Aparajita" panose="02020603050405020304" pitchFamily="18" charset="0"/>
                <a:cs typeface="Aparajita" panose="02020603050405020304" pitchFamily="18" charset="0"/>
              </a:rPr>
              <a:t>15</a:t>
            </a:fld>
            <a:endParaRPr lang="en-US" sz="2000" b="1" dirty="0">
              <a:latin typeface="Aparajita" panose="02020603050405020304" pitchFamily="18" charset="0"/>
              <a:cs typeface="Aparajita"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TotalTime>
  <Words>1100</Words>
  <Application>Microsoft Office PowerPoint</Application>
  <PresentationFormat>Widescreen</PresentationFormat>
  <Paragraphs>109</Paragraphs>
  <Slides>15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Aparajita</vt:lpstr>
      <vt:lpstr>Arial</vt:lpstr>
      <vt:lpstr>Calibri</vt:lpstr>
      <vt:lpstr>Calibri Light</vt:lpstr>
      <vt:lpstr>Times New Roman</vt:lpstr>
      <vt:lpstr>Wingdings</vt:lpstr>
      <vt:lpstr>Office Theme</vt:lpstr>
      <vt:lpstr> </vt:lpstr>
      <vt:lpstr>Contents</vt:lpstr>
      <vt:lpstr>                        Certificate </vt:lpstr>
      <vt:lpstr>                           ABSTRACT</vt:lpstr>
      <vt:lpstr>                     PROBLEM STATEMENT</vt:lpstr>
      <vt:lpstr>             LIMITATIONS IN EXISTING SYSTEM</vt:lpstr>
      <vt:lpstr>PROPOSED METHODOLOGY/ ARCHITECTURE   [Work Flow Diagram ] </vt:lpstr>
      <vt:lpstr>PROPOSED METHODOLOGY  CONTD..</vt:lpstr>
      <vt:lpstr>IMPLEMENTATION [ CODING Files ]</vt:lpstr>
      <vt:lpstr>OUTPUT SCREENSHOTS </vt:lpstr>
      <vt:lpstr>OUTPUT SCREENSHOTS </vt:lpstr>
      <vt:lpstr>OUTPUT SCREENSHOTS </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ABITHA CHAMARTY</dc:creator>
  <cp:lastModifiedBy>Rupavathi Kolagana</cp:lastModifiedBy>
  <cp:revision>964</cp:revision>
  <dcterms:created xsi:type="dcterms:W3CDTF">2022-08-17T05:25:00Z</dcterms:created>
  <dcterms:modified xsi:type="dcterms:W3CDTF">2024-12-28T04:24:55Z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FF02FFE21E634ADBA08228E8B26136EE_13</vt:lpwstr>
  </property>
  <property fmtid="{D5CDD505-2E9C-101B-9397-08002B2CF9AE}" pid="3" name="KSOProductBuildVer">
    <vt:lpwstr>1033-12.2.0.19307</vt:lpwstr>
  </property>
</Properties>
</file>